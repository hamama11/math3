
<file path=[Content_Types].xml><?xml version="1.0" encoding="utf-8"?>
<Types xmlns="http://schemas.openxmlformats.org/package/2006/content-types">
  <Default Extension="png" ContentType="image/png"/>
  <Default Extension="glb" ContentType="model/gltf.binary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94" r:id="rId2"/>
    <p:sldId id="393" r:id="rId3"/>
    <p:sldId id="395" r:id="rId4"/>
    <p:sldId id="392" r:id="rId5"/>
    <p:sldId id="388" r:id="rId6"/>
    <p:sldId id="391" r:id="rId7"/>
    <p:sldId id="389" r:id="rId8"/>
    <p:sldId id="390" r:id="rId9"/>
    <p:sldId id="258" r:id="rId10"/>
    <p:sldId id="378" r:id="rId11"/>
    <p:sldId id="383" r:id="rId12"/>
    <p:sldId id="37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128" autoAdjust="0"/>
  </p:normalViewPr>
  <p:slideViewPr>
    <p:cSldViewPr snapToGrid="0">
      <p:cViewPr>
        <p:scale>
          <a:sx n="66" d="100"/>
          <a:sy n="66" d="100"/>
        </p:scale>
        <p:origin x="3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3548C-DA28-4439-BB15-E75727369AFF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1BE39-D527-4E61-A491-B0CC4BDC6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83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07AF3-8915-4E39-BE44-CB45134244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3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https://blog.naver.com/yh6613/221395256590?trackingCode=blog_bloghome_searchlist  </a:t>
            </a:r>
            <a:r>
              <a:rPr lang="ko-KR" altLang="en-US" dirty="0"/>
              <a:t>울산대 </a:t>
            </a:r>
            <a:r>
              <a:rPr lang="ko-KR" altLang="en-US" dirty="0" err="1"/>
              <a:t>의예</a:t>
            </a:r>
            <a:endParaRPr lang="en-US" altLang="ko-KR" dirty="0"/>
          </a:p>
          <a:p>
            <a:r>
              <a:rPr lang="en-US" altLang="ko-KR" dirty="0"/>
              <a:t>https://blog.naver.com/yh6613/223341227622?trackingCode=blog_bloghome_searchlist </a:t>
            </a:r>
            <a:r>
              <a:rPr lang="ko-KR" altLang="en-US" dirty="0"/>
              <a:t>아주대</a:t>
            </a:r>
            <a:endParaRPr lang="en-US" altLang="ko-KR" dirty="0"/>
          </a:p>
          <a:p>
            <a:r>
              <a:rPr lang="en-US" altLang="ko-KR" dirty="0"/>
              <a:t>https://blog.naver.com/yh6613/223367181060?trackingCode=blog_bloghome_searchlist </a:t>
            </a:r>
            <a:r>
              <a:rPr lang="ko-KR" altLang="en-US" dirty="0"/>
              <a:t>광운대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07AF3-8915-4E39-BE44-CB45134244B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99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https://blog.naver.com/yh6613/221395256590?trackingCode=blog_bloghome_searchlist  </a:t>
            </a:r>
            <a:r>
              <a:rPr lang="ko-KR" altLang="en-US" dirty="0"/>
              <a:t>울산대 </a:t>
            </a:r>
            <a:r>
              <a:rPr lang="ko-KR" altLang="en-US" dirty="0" err="1"/>
              <a:t>의예</a:t>
            </a:r>
            <a:endParaRPr lang="en-US" altLang="ko-KR" dirty="0"/>
          </a:p>
          <a:p>
            <a:r>
              <a:rPr lang="en-US" altLang="ko-KR" dirty="0"/>
              <a:t>https://blog.naver.com/yh6613/223341227622?trackingCode=blog_bloghome_searchlist </a:t>
            </a:r>
            <a:r>
              <a:rPr lang="ko-KR" altLang="en-US" dirty="0"/>
              <a:t>아주대</a:t>
            </a:r>
            <a:endParaRPr lang="en-US" altLang="ko-KR" dirty="0"/>
          </a:p>
          <a:p>
            <a:r>
              <a:rPr lang="en-US" altLang="ko-KR" dirty="0"/>
              <a:t>https://blog.naver.com/yh6613/223367181060?trackingCode=blog_bloghome_searchlist </a:t>
            </a:r>
            <a:r>
              <a:rPr lang="ko-KR" altLang="en-US" dirty="0"/>
              <a:t>광운대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07AF3-8915-4E39-BE44-CB45134244B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768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https://blog.naver.com/yh6613/221395256590?trackingCode=blog_bloghome_searchlist  </a:t>
            </a:r>
            <a:r>
              <a:rPr lang="ko-KR" altLang="en-US" dirty="0"/>
              <a:t>울산대 </a:t>
            </a:r>
            <a:r>
              <a:rPr lang="ko-KR" altLang="en-US" dirty="0" err="1"/>
              <a:t>의예</a:t>
            </a:r>
            <a:endParaRPr lang="en-US" altLang="ko-KR" dirty="0"/>
          </a:p>
          <a:p>
            <a:r>
              <a:rPr lang="en-US" altLang="ko-KR" dirty="0"/>
              <a:t>https://blog.naver.com/yh6613/223341227622?trackingCode=blog_bloghome_searchlist </a:t>
            </a:r>
            <a:r>
              <a:rPr lang="ko-KR" altLang="en-US" dirty="0"/>
              <a:t>아주대</a:t>
            </a:r>
            <a:endParaRPr lang="en-US" altLang="ko-KR" dirty="0"/>
          </a:p>
          <a:p>
            <a:r>
              <a:rPr lang="en-US" altLang="ko-KR" dirty="0"/>
              <a:t>https://blog.naver.com/yh6613/223367181060?trackingCode=blog_bloghome_searchlist </a:t>
            </a:r>
            <a:r>
              <a:rPr lang="ko-KR" altLang="en-US" dirty="0"/>
              <a:t>광운대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07AF3-8915-4E39-BE44-CB45134244B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03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95C02-C01B-4B48-98F1-30E51C182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7F191-6287-4C49-AB7A-71EEFA937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41E337-385B-4734-B43A-8C49B82D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B6D9C-DD3C-474B-8AA8-49213E8A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73438-06E7-42F1-BA0D-0485DAAB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94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46554-9D6C-4C41-91C5-91C70282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CBC50-2960-4C21-A2DA-61E5D732C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FA9A0-C42E-4D4D-BD6B-89F7560E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3D7513-0763-4CE6-9F81-3704DA56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5EF94-280F-48CB-8D09-666E250B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16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385A0-D40E-403B-98D5-124DE06E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4945A-99B4-46E9-ACD2-F6D5A2538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C6834-373C-40BA-98DD-DEC1F2DB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E63E4-2087-4229-870F-EC31284D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615D24-8735-4029-B089-322C8E3E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63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84718-B811-4067-B3B1-664B8672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1C2DF-0827-45C1-875B-C29D2E4BA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66AEF1-9C0C-4161-B04B-7DE1DBAF9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5C967-6E2A-4129-A205-6365226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EBAD43-57E6-4B8F-8E2F-F16AA043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A38C80-4BAB-4817-A04B-6AF12595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8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D6EF3-23A6-4DD7-80C9-861EDFE3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DDB207-3D1B-4943-87CC-13BD557B8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71CBD2-4342-4631-B764-01184E70D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17ADA6-088D-4DD8-B06E-DF1ADC9B8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24DD94-262E-4026-96E2-6CAEFCCBA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CF8E42-F70F-43C5-A2FF-D6D7A242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06E5E5-D842-46E3-8882-77755A08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448D94-B34A-4B25-B129-C1C71E11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74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D7A12-1AFB-4BD1-963F-F3469F18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22EAC5-B61A-47DC-885E-D71DC05B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D04EDB-4E80-4042-9E6B-1E4B7A60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98A8A-F18B-4890-8D86-CD542385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5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AA8516-FC11-4F19-9D19-CC84B576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028980-7173-46A3-90F8-DFAD856E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D851D2-6054-4E67-9E1E-AE1582FC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20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383AE-BD1B-4E6A-9026-4804645C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E6C4C-812A-4B84-9B7F-96FCAF7EE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4AF0D4-1441-49C9-8709-15A3D4809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CA8FA8-604E-47D7-AA2C-8A772E25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2645EF-7AD5-4274-9C3B-EA5ED7F7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0E32CF-35DC-4B29-AB7F-0F0B7DF1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7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85BFF-4D18-4799-811E-7C0CB910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BF0DDE-3CAC-43D5-872E-64E66A24F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293EDB-C609-456A-B01C-B951F95C2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53F97C-AA93-4DCB-A62C-5E9F7227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BE649A-115C-4B4F-A440-B15CA1FB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60F3FB-4D36-423D-BB63-040CD1C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37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9D7CF-E48F-4026-AF67-3496A1BB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8C930A-9517-4C28-978F-3D109A6F8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BD23E-6487-4CC4-8977-7F8135D9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A02FE-0E98-4BA5-BA9A-EBE95D5C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BDA81-E6DC-45D4-9F1C-A94DC134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61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91A5DA-3B7A-4275-A480-6402521F2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FDE6FD-7680-456D-B5AA-30C9C6AE5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5E8C2-437F-4EE2-BB17-2FFAE27C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605CBB-AD76-488C-B7F6-F261FF8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FDEE43-36D9-463E-9B0A-0AB73D89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1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F14BB-A49F-4369-B95A-97699BE0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0B91E-3CD0-461D-A145-C3BBE6E8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39631-52A1-4C59-992F-B85681DE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427FC-24CE-42C9-BBB8-E2890C1AEF3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0778A-924A-4601-B470-86523216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ED64A5-07BF-4A66-81B7-1AFCD75F3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175EE-3B43-4A9E-8254-E5CB1AA607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17/06/relationships/model3d" Target="../media/model3d2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17/06/relationships/model3d" Target="../media/model3d1.glb"/><Relationship Id="rId4" Type="http://schemas.openxmlformats.org/officeDocument/2006/relationships/hyperlink" Target="https://www.geogebra.org/classic/tvzgwvbc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51.png"/><Relationship Id="rId2" Type="http://schemas.openxmlformats.org/officeDocument/2006/relationships/hyperlink" Target="https://www.geogebra.org/classic/tvzgwvb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49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9.png"/><Relationship Id="rId4" Type="http://schemas.openxmlformats.org/officeDocument/2006/relationships/hyperlink" Target="https://www.geogebra.org/classic/tvzgwvbc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3" Type="http://schemas.openxmlformats.org/officeDocument/2006/relationships/image" Target="../media/image11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/><Relationship Id="rId3" Type="http://schemas.openxmlformats.org/officeDocument/2006/relationships/image" Target="../media/image20.gif"/><Relationship Id="rId7" Type="http://schemas.openxmlformats.org/officeDocument/2006/relationships/image" Target="../media/image24.gif"/><Relationship Id="rId12" Type="http://schemas.openxmlformats.org/officeDocument/2006/relationships/image" Target="../media/image24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gif"/><Relationship Id="rId11" Type="http://schemas.openxmlformats.org/officeDocument/2006/relationships/image" Target="../media/image28.gif"/><Relationship Id="rId5" Type="http://schemas.openxmlformats.org/officeDocument/2006/relationships/image" Target="../media/image22.gif"/><Relationship Id="rId10" Type="http://schemas.openxmlformats.org/officeDocument/2006/relationships/image" Target="../media/image27.png"/><Relationship Id="rId4" Type="http://schemas.openxmlformats.org/officeDocument/2006/relationships/image" Target="../media/image21.gif"/><Relationship Id="rId9" Type="http://schemas.openxmlformats.org/officeDocument/2006/relationships/image" Target="../media/image26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62.png"/><Relationship Id="rId7" Type="http://schemas.openxmlformats.org/officeDocument/2006/relationships/image" Target="../media/image26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10" Type="http://schemas.openxmlformats.org/officeDocument/2006/relationships/image" Target="../media/image269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CCEB5018-083E-4D3A-B161-D9D15042CD07}"/>
              </a:ext>
            </a:extLst>
          </p:cNvPr>
          <p:cNvGrpSpPr/>
          <p:nvPr/>
        </p:nvGrpSpPr>
        <p:grpSpPr>
          <a:xfrm>
            <a:off x="742353" y="2928226"/>
            <a:ext cx="3640001" cy="3681856"/>
            <a:chOff x="9234866" y="1802075"/>
            <a:chExt cx="3640001" cy="36818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사각형: 둥근 모서리 38">
                  <a:extLst>
                    <a:ext uri="{FF2B5EF4-FFF2-40B4-BE49-F238E27FC236}">
                      <a16:creationId xmlns:a16="http://schemas.microsoft.com/office/drawing/2014/main" id="{8D5BC16B-7DE1-4A9E-BF81-2641E33BF708}"/>
                    </a:ext>
                  </a:extLst>
                </p:cNvPr>
                <p:cNvSpPr/>
                <p:nvPr/>
              </p:nvSpPr>
              <p:spPr>
                <a:xfrm>
                  <a:off x="9234867" y="1802075"/>
                  <a:ext cx="3640000" cy="886692"/>
                </a:xfrm>
                <a:prstGeom prst="round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altLang="ko-KR" sz="3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9" name="사각형: 둥근 모서리 38">
                  <a:extLst>
                    <a:ext uri="{FF2B5EF4-FFF2-40B4-BE49-F238E27FC236}">
                      <a16:creationId xmlns:a16="http://schemas.microsoft.com/office/drawing/2014/main" id="{8D5BC16B-7DE1-4A9E-BF81-2641E33BF7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867" y="1802075"/>
                  <a:ext cx="3640000" cy="886692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02B043FE-4AFF-42C5-833B-F506C0C48EF5}"/>
                    </a:ext>
                  </a:extLst>
                </p:cNvPr>
                <p:cNvSpPr/>
                <p:nvPr/>
              </p:nvSpPr>
              <p:spPr>
                <a:xfrm>
                  <a:off x="9234866" y="4597238"/>
                  <a:ext cx="3640001" cy="886693"/>
                </a:xfrm>
                <a:prstGeom prst="round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altLang="ko-KR" sz="3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02B043FE-4AFF-42C5-833B-F506C0C48E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866" y="4597238"/>
                  <a:ext cx="3640001" cy="886693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9E89F6-E907-4BCF-B5B8-267B125AEB6E}"/>
              </a:ext>
            </a:extLst>
          </p:cNvPr>
          <p:cNvSpPr/>
          <p:nvPr/>
        </p:nvSpPr>
        <p:spPr>
          <a:xfrm>
            <a:off x="-3682380" y="7096880"/>
            <a:ext cx="4708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https://www.geogebra.org/classic/tvzgwvbc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454" y="-179875"/>
            <a:ext cx="10515600" cy="1325563"/>
          </a:xfrm>
        </p:spPr>
        <p:txBody>
          <a:bodyPr/>
          <a:lstStyle/>
          <a:p>
            <a:r>
              <a:rPr lang="ko-KR" altLang="en-US">
                <a:hlinkClick r:id="rId4"/>
              </a:rPr>
              <a:t>치환적분</a:t>
            </a:r>
            <a:r>
              <a:rPr lang="en-US" altLang="ko-KR" dirty="0">
                <a:hlinkClick r:id="rId4"/>
              </a:rPr>
              <a:t>+</a:t>
            </a:r>
            <a:r>
              <a:rPr lang="ko-KR" altLang="en-US" dirty="0">
                <a:hlinkClick r:id="rId4"/>
              </a:rPr>
              <a:t>적분 대칭성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5D25ACE-B120-4CC7-A569-B7BC9D57D8EC}"/>
              </a:ext>
            </a:extLst>
          </p:cNvPr>
          <p:cNvGrpSpPr/>
          <p:nvPr/>
        </p:nvGrpSpPr>
        <p:grpSpPr>
          <a:xfrm>
            <a:off x="5957251" y="1642476"/>
            <a:ext cx="12810888" cy="5359057"/>
            <a:chOff x="9055848" y="1640473"/>
            <a:chExt cx="12810888" cy="535905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4FA4FD2-1F30-4C9F-B525-CBA85AF6EAFF}"/>
                </a:ext>
              </a:extLst>
            </p:cNvPr>
            <p:cNvSpPr/>
            <p:nvPr/>
          </p:nvSpPr>
          <p:spPr>
            <a:xfrm>
              <a:off x="15461292" y="1734803"/>
              <a:ext cx="6405444" cy="5264727"/>
            </a:xfrm>
            <a:prstGeom prst="roundRect">
              <a:avLst>
                <a:gd name="adj" fmla="val 7404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4000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F6A7B17-0F49-45F8-9FF8-8E63FA9341B7}"/>
                </a:ext>
              </a:extLst>
            </p:cNvPr>
            <p:cNvGrpSpPr/>
            <p:nvPr/>
          </p:nvGrpSpPr>
          <p:grpSpPr>
            <a:xfrm>
              <a:off x="9055848" y="1640473"/>
              <a:ext cx="12513987" cy="2176654"/>
              <a:chOff x="9055848" y="1640473"/>
              <a:chExt cx="12513987" cy="2176654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77DB23B0-3336-45F5-A3F5-AE48A9C2835C}"/>
                  </a:ext>
                </a:extLst>
              </p:cNvPr>
              <p:cNvGrpSpPr/>
              <p:nvPr/>
            </p:nvGrpSpPr>
            <p:grpSpPr>
              <a:xfrm>
                <a:off x="10812089" y="1640473"/>
                <a:ext cx="10757746" cy="1188722"/>
                <a:chOff x="3168575" y="1057062"/>
                <a:chExt cx="10757746" cy="130759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" name="사각형: 둥근 모서리 2">
                      <a:extLst>
                        <a:ext uri="{FF2B5EF4-FFF2-40B4-BE49-F238E27FC236}">
                          <a16:creationId xmlns:a16="http://schemas.microsoft.com/office/drawing/2014/main" id="{75689181-C3D1-453F-9681-3DFEBC106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4418" y="1234824"/>
                      <a:ext cx="5881903" cy="975360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3" name="사각형: 둥근 모서리 2">
                      <a:extLst>
                        <a:ext uri="{FF2B5EF4-FFF2-40B4-BE49-F238E27FC236}">
                          <a16:creationId xmlns:a16="http://schemas.microsoft.com/office/drawing/2014/main" id="{75689181-C3D1-453F-9681-3DFEBC10642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44418" y="1234824"/>
                      <a:ext cx="5881903" cy="97536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" name="화살표: 오른쪽 4">
                  <a:extLst>
                    <a:ext uri="{FF2B5EF4-FFF2-40B4-BE49-F238E27FC236}">
                      <a16:creationId xmlns:a16="http://schemas.microsoft.com/office/drawing/2014/main" id="{CDEAB1AC-D477-4B87-83F4-B6587970BBAC}"/>
                    </a:ext>
                  </a:extLst>
                </p:cNvPr>
                <p:cNvSpPr/>
                <p:nvPr/>
              </p:nvSpPr>
              <p:spPr>
                <a:xfrm>
                  <a:off x="3168575" y="1057062"/>
                  <a:ext cx="2033104" cy="1307592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y</a:t>
                  </a:r>
                  <a:r>
                    <a:rPr lang="ko-KR" altLang="en-US" sz="3200" dirty="0" err="1"/>
                    <a:t>축대칭</a:t>
                  </a:r>
                  <a:endParaRPr lang="ko-KR" altLang="en-US" sz="3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/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 t="-9655" b="-179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19ABE3E-C9B5-4A29-9324-F770007AB127}"/>
                </a:ext>
              </a:extLst>
            </p:cNvPr>
            <p:cNvGrpSpPr/>
            <p:nvPr/>
          </p:nvGrpSpPr>
          <p:grpSpPr>
            <a:xfrm>
              <a:off x="9055848" y="4448077"/>
              <a:ext cx="12513988" cy="2173630"/>
              <a:chOff x="9055848" y="4448077"/>
              <a:chExt cx="12513988" cy="217363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EEB66D83-9595-482C-A8F4-277E61A4F0D9}"/>
                  </a:ext>
                </a:extLst>
              </p:cNvPr>
              <p:cNvGrpSpPr/>
              <p:nvPr/>
            </p:nvGrpSpPr>
            <p:grpSpPr>
              <a:xfrm>
                <a:off x="10812089" y="4448077"/>
                <a:ext cx="10757747" cy="1177131"/>
                <a:chOff x="3168575" y="544199"/>
                <a:chExt cx="10757747" cy="129484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사각형: 둥근 모서리 8">
                      <a:extLst>
                        <a:ext uri="{FF2B5EF4-FFF2-40B4-BE49-F238E27FC236}">
                          <a16:creationId xmlns:a16="http://schemas.microsoft.com/office/drawing/2014/main" id="{2761A07D-EC96-4C88-825D-E1B6C311FF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4418" y="708276"/>
                      <a:ext cx="5881904" cy="975361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9" name="사각형: 둥근 모서리 8">
                      <a:extLst>
                        <a:ext uri="{FF2B5EF4-FFF2-40B4-BE49-F238E27FC236}">
                          <a16:creationId xmlns:a16="http://schemas.microsoft.com/office/drawing/2014/main" id="{2761A07D-EC96-4C88-825D-E1B6C311FF7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44418" y="708276"/>
                      <a:ext cx="5881904" cy="975361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" name="화살표: 오른쪽 9">
                  <a:extLst>
                    <a:ext uri="{FF2B5EF4-FFF2-40B4-BE49-F238E27FC236}">
                      <a16:creationId xmlns:a16="http://schemas.microsoft.com/office/drawing/2014/main" id="{ADF3646D-779A-4FAA-A190-FF963B158C92}"/>
                    </a:ext>
                  </a:extLst>
                </p:cNvPr>
                <p:cNvSpPr/>
                <p:nvPr/>
              </p:nvSpPr>
              <p:spPr>
                <a:xfrm>
                  <a:off x="3168575" y="544199"/>
                  <a:ext cx="2052886" cy="1294843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x=1</a:t>
                  </a:r>
                  <a:r>
                    <a:rPr lang="ko-KR" altLang="en-US" sz="3200" dirty="0"/>
                    <a:t>대칭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/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t="-9589" b="-1712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F4CBEF1-96ED-4178-B07B-01C6F250546A}"/>
              </a:ext>
            </a:extLst>
          </p:cNvPr>
          <p:cNvGrpSpPr/>
          <p:nvPr/>
        </p:nvGrpSpPr>
        <p:grpSpPr>
          <a:xfrm>
            <a:off x="-4044968" y="251066"/>
            <a:ext cx="2195426" cy="1344007"/>
            <a:chOff x="4064849" y="251066"/>
            <a:chExt cx="2195426" cy="1344007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79B039-C896-4885-B7E4-207551732851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49DF76-BF9F-4B3A-8689-5A59F7BC41F7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/>
                <a:t> =</a:t>
              </a:r>
              <a:r>
                <a:rPr lang="en-US" altLang="ko-KR" sz="3200" b="1"/>
                <a:t>t</a:t>
              </a:r>
              <a:r>
                <a:rPr lang="en-US" altLang="ko-KR" sz="3200"/>
                <a:t> </a:t>
              </a:r>
              <a:r>
                <a:rPr lang="ko-KR" altLang="en-US" sz="3200" dirty="0"/>
                <a:t>치환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458AC122-BF04-421A-8DCC-173530FEA89D}"/>
                  </a:ext>
                </a:extLst>
              </p:cNvPr>
              <p:cNvSpPr/>
              <p:nvPr/>
            </p:nvSpPr>
            <p:spPr>
              <a:xfrm>
                <a:off x="-7414620" y="427192"/>
                <a:ext cx="7414620" cy="4594683"/>
              </a:xfrm>
              <a:prstGeom prst="roundRect">
                <a:avLst>
                  <a:gd name="adj" fmla="val 9038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dirty="0"/>
              </a:p>
              <a:p>
                <a:pPr algn="ctr"/>
                <a:endParaRPr lang="en-US" altLang="ko-KR" sz="4000" dirty="0"/>
              </a:p>
            </p:txBody>
          </p:sp>
        </mc:Choice>
        <mc:Fallback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458AC122-BF04-421A-8DCC-173530FEA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4620" y="427192"/>
                <a:ext cx="7414620" cy="4594683"/>
              </a:xfrm>
              <a:prstGeom prst="roundRect">
                <a:avLst>
                  <a:gd name="adj" fmla="val 9038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3D 모델 42" descr="s">
                <a:extLst>
                  <a:ext uri="{FF2B5EF4-FFF2-40B4-BE49-F238E27FC236}">
                    <a16:creationId xmlns:a16="http://schemas.microsoft.com/office/drawing/2014/main" id="{990E0528-AEE2-437D-AA0D-A7622B3F8E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4210372"/>
                  </p:ext>
                </p:extLst>
              </p:nvPr>
            </p:nvGraphicFramePr>
            <p:xfrm>
              <a:off x="5137173" y="586903"/>
              <a:ext cx="1506451" cy="2290632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506451" cy="2290632"/>
                    </a:xfrm>
                    <a:prstGeom prst="rect">
                      <a:avLst/>
                    </a:prstGeom>
                  </am3d:spPr>
                  <am3d:camera>
                    <am3d:pos x="0" y="0" z="598301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997256" d="1000000"/>
                    <am3d:preTrans dx="0" dy="-1793273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01791" ay="2723428" az="1423879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8546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3D 모델 42" descr="s">
                <a:extLst>
                  <a:ext uri="{FF2B5EF4-FFF2-40B4-BE49-F238E27FC236}">
                    <a16:creationId xmlns:a16="http://schemas.microsoft.com/office/drawing/2014/main" id="{990E0528-AEE2-437D-AA0D-A7622B3F8E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7173" y="586903"/>
                <a:ext cx="1506451" cy="2290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3D 모델 47" descr="v">
                <a:extLst>
                  <a:ext uri="{FF2B5EF4-FFF2-40B4-BE49-F238E27FC236}">
                    <a16:creationId xmlns:a16="http://schemas.microsoft.com/office/drawing/2014/main" id="{20B1D324-9113-4983-9147-90CB7FF8B2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86858"/>
                  </p:ext>
                </p:extLst>
              </p:nvPr>
            </p:nvGraphicFramePr>
            <p:xfrm>
              <a:off x="3246664" y="365197"/>
              <a:ext cx="2599596" cy="2743218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2599596" cy="2743218"/>
                    </a:xfrm>
                    <a:prstGeom prst="rect">
                      <a:avLst/>
                    </a:prstGeom>
                  </am3d:spPr>
                  <am3d:camera>
                    <am3d:pos x="0" y="0" z="644685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47933" d="1000000"/>
                    <am3d:preTrans dx="0" dy="-18141976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2139609" ay="-1789660" az="-1178440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341977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3D 모델 47" descr="v">
                <a:extLst>
                  <a:ext uri="{FF2B5EF4-FFF2-40B4-BE49-F238E27FC236}">
                    <a16:creationId xmlns:a16="http://schemas.microsoft.com/office/drawing/2014/main" id="{20B1D324-9113-4983-9147-90CB7FF8B2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46664" y="365197"/>
                <a:ext cx="2599596" cy="27432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562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9E89F6-E907-4BCF-B5B8-267B125AEB6E}"/>
              </a:ext>
            </a:extLst>
          </p:cNvPr>
          <p:cNvSpPr/>
          <p:nvPr/>
        </p:nvSpPr>
        <p:spPr>
          <a:xfrm>
            <a:off x="4427437" y="7096880"/>
            <a:ext cx="4708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https://www.geogebra.org/classic/tvzgwvbc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454" y="-179875"/>
            <a:ext cx="10515600" cy="1325563"/>
          </a:xfrm>
        </p:spPr>
        <p:txBody>
          <a:bodyPr/>
          <a:lstStyle/>
          <a:p>
            <a:r>
              <a:rPr lang="ko-KR" altLang="en-US">
                <a:hlinkClick r:id="rId2"/>
              </a:rPr>
              <a:t>치환적분</a:t>
            </a:r>
            <a:r>
              <a:rPr lang="en-US" altLang="ko-KR" dirty="0">
                <a:hlinkClick r:id="rId2"/>
              </a:rPr>
              <a:t>+</a:t>
            </a:r>
            <a:r>
              <a:rPr lang="ko-KR" altLang="en-US" dirty="0">
                <a:hlinkClick r:id="rId2"/>
              </a:rPr>
              <a:t>적분 대칭성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32DE7CA-6B85-49C1-B727-257DEA91D750}"/>
              </a:ext>
            </a:extLst>
          </p:cNvPr>
          <p:cNvGrpSpPr/>
          <p:nvPr/>
        </p:nvGrpSpPr>
        <p:grpSpPr>
          <a:xfrm>
            <a:off x="5452663" y="4558"/>
            <a:ext cx="7414620" cy="4594683"/>
            <a:chOff x="-161766" y="427192"/>
            <a:chExt cx="7414620" cy="45946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08A70705-3251-4DC0-BD10-E136011F6984}"/>
                    </a:ext>
                  </a:extLst>
                </p:cNvPr>
                <p:cNvSpPr/>
                <p:nvPr/>
              </p:nvSpPr>
              <p:spPr>
                <a:xfrm>
                  <a:off x="-161766" y="427192"/>
                  <a:ext cx="7414620" cy="4594683"/>
                </a:xfrm>
                <a:prstGeom prst="roundRect">
                  <a:avLst>
                    <a:gd name="adj" fmla="val 9038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ko-KR" sz="4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dirty="0"/>
                </a:p>
                <a:p>
                  <a:pPr algn="ctr"/>
                  <a:endParaRPr lang="en-US" altLang="ko-KR" sz="4000" dirty="0"/>
                </a:p>
              </p:txBody>
            </p:sp>
          </mc:Choice>
          <mc:Fallback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08A70705-3251-4DC0-BD10-E136011F6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1766" y="427192"/>
                  <a:ext cx="7414620" cy="4594683"/>
                </a:xfrm>
                <a:prstGeom prst="roundRect">
                  <a:avLst>
                    <a:gd name="adj" fmla="val 9038"/>
                  </a:avLst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79B039-C896-4885-B7E4-207551732851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49DF76-BF9F-4B3A-8689-5A59F7BC41F7}"/>
              </a:ext>
            </a:extLst>
          </p:cNvPr>
          <p:cNvSpPr/>
          <p:nvPr/>
        </p:nvSpPr>
        <p:spPr>
          <a:xfrm>
            <a:off x="-3249684" y="251066"/>
            <a:ext cx="2185986" cy="592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/>
              <a:t> =</a:t>
            </a:r>
            <a:r>
              <a:rPr lang="en-US" altLang="ko-KR" sz="3200" b="1"/>
              <a:t>t</a:t>
            </a:r>
            <a:r>
              <a:rPr lang="en-US" altLang="ko-KR" sz="3200"/>
              <a:t> </a:t>
            </a:r>
            <a:r>
              <a:rPr lang="ko-KR" altLang="en-US" sz="3200" dirty="0"/>
              <a:t>치환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12F24EF-DC02-4465-8AFF-85AB8064358B}"/>
              </a:ext>
            </a:extLst>
          </p:cNvPr>
          <p:cNvGrpSpPr/>
          <p:nvPr/>
        </p:nvGrpSpPr>
        <p:grpSpPr>
          <a:xfrm>
            <a:off x="5909629" y="1642476"/>
            <a:ext cx="6453066" cy="5359057"/>
            <a:chOff x="9008226" y="1640473"/>
            <a:chExt cx="6453066" cy="535905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D443172-6AC9-4D23-A274-FC2A9D9DB646}"/>
                </a:ext>
              </a:extLst>
            </p:cNvPr>
            <p:cNvSpPr/>
            <p:nvPr/>
          </p:nvSpPr>
          <p:spPr>
            <a:xfrm>
              <a:off x="9008226" y="1734803"/>
              <a:ext cx="6405444" cy="5264727"/>
            </a:xfrm>
            <a:prstGeom prst="roundRect">
              <a:avLst>
                <a:gd name="adj" fmla="val 7404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4000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C19AE5A-9A1E-428B-BE56-98CCE42C3961}"/>
                </a:ext>
              </a:extLst>
            </p:cNvPr>
            <p:cNvGrpSpPr/>
            <p:nvPr/>
          </p:nvGrpSpPr>
          <p:grpSpPr>
            <a:xfrm>
              <a:off x="9055848" y="1640473"/>
              <a:ext cx="6060921" cy="2176654"/>
              <a:chOff x="9055848" y="1640473"/>
              <a:chExt cx="6060921" cy="2176654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3277B014-031C-4D6E-B691-E2DFF5E00FE2}"/>
                  </a:ext>
                </a:extLst>
              </p:cNvPr>
              <p:cNvGrpSpPr/>
              <p:nvPr/>
            </p:nvGrpSpPr>
            <p:grpSpPr>
              <a:xfrm>
                <a:off x="9234866" y="1640473"/>
                <a:ext cx="5881903" cy="1188721"/>
                <a:chOff x="1591352" y="1057062"/>
                <a:chExt cx="5881903" cy="130759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ADB8D2A0-06CF-47C8-9DD8-8DC9372BE4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1352" y="1234824"/>
                      <a:ext cx="5881903" cy="975360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ADB8D2A0-06CF-47C8-9DD8-8DC9372BE4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1352" y="1234824"/>
                      <a:ext cx="5881903" cy="975360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0" name="화살표: 오른쪽 39">
                  <a:extLst>
                    <a:ext uri="{FF2B5EF4-FFF2-40B4-BE49-F238E27FC236}">
                      <a16:creationId xmlns:a16="http://schemas.microsoft.com/office/drawing/2014/main" id="{6466B769-F502-48D2-931B-9A8D3AF0FE41}"/>
                    </a:ext>
                  </a:extLst>
                </p:cNvPr>
                <p:cNvSpPr/>
                <p:nvPr/>
              </p:nvSpPr>
              <p:spPr>
                <a:xfrm>
                  <a:off x="3168575" y="1057062"/>
                  <a:ext cx="2033104" cy="1307592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y</a:t>
                  </a:r>
                  <a:r>
                    <a:rPr lang="ko-KR" altLang="en-US" sz="3200" dirty="0" err="1"/>
                    <a:t>축대칭</a:t>
                  </a:r>
                  <a:endParaRPr lang="ko-KR" altLang="en-US" sz="3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사각형: 둥근 모서리 37">
                    <a:extLst>
                      <a:ext uri="{FF2B5EF4-FFF2-40B4-BE49-F238E27FC236}">
                        <a16:creationId xmlns:a16="http://schemas.microsoft.com/office/drawing/2014/main" id="{ADB418D7-0AAA-46E0-AE2E-530FFA992761}"/>
                      </a:ext>
                    </a:extLst>
                  </p:cNvPr>
                  <p:cNvSpPr/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 t="-9655" b="-179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1CA05ED-B655-4D87-BE89-8ECA792A8B06}"/>
                </a:ext>
              </a:extLst>
            </p:cNvPr>
            <p:cNvGrpSpPr/>
            <p:nvPr/>
          </p:nvGrpSpPr>
          <p:grpSpPr>
            <a:xfrm>
              <a:off x="9055848" y="4448077"/>
              <a:ext cx="6405444" cy="2173630"/>
              <a:chOff x="9055848" y="4448077"/>
              <a:chExt cx="6405444" cy="2173630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8FFB54B7-B02F-4543-86D2-FB3FC9BD786F}"/>
                  </a:ext>
                </a:extLst>
              </p:cNvPr>
              <p:cNvGrpSpPr/>
              <p:nvPr/>
            </p:nvGrpSpPr>
            <p:grpSpPr>
              <a:xfrm>
                <a:off x="9234866" y="4448077"/>
                <a:ext cx="5881904" cy="1177131"/>
                <a:chOff x="1591352" y="544199"/>
                <a:chExt cx="5881904" cy="129484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사각형: 둥근 모서리 34">
                      <a:extLst>
                        <a:ext uri="{FF2B5EF4-FFF2-40B4-BE49-F238E27FC236}">
                          <a16:creationId xmlns:a16="http://schemas.microsoft.com/office/drawing/2014/main" id="{46B0EC87-1560-4FF1-8D2F-CB61D57346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35" name="사각형: 둥근 모서리 34">
                      <a:extLst>
                        <a:ext uri="{FF2B5EF4-FFF2-40B4-BE49-F238E27FC236}">
                          <a16:creationId xmlns:a16="http://schemas.microsoft.com/office/drawing/2014/main" id="{46B0EC87-1560-4FF1-8D2F-CB61D57346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8DE2D45A-771F-4D62-985C-8A9BB779F511}"/>
                    </a:ext>
                  </a:extLst>
                </p:cNvPr>
                <p:cNvSpPr/>
                <p:nvPr/>
              </p:nvSpPr>
              <p:spPr>
                <a:xfrm>
                  <a:off x="3168575" y="544199"/>
                  <a:ext cx="2052886" cy="1294843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x=1</a:t>
                  </a:r>
                  <a:r>
                    <a:rPr lang="ko-KR" altLang="en-US" sz="3200" dirty="0"/>
                    <a:t>대칭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사각형: 둥근 모서리 33">
                    <a:extLst>
                      <a:ext uri="{FF2B5EF4-FFF2-40B4-BE49-F238E27FC236}">
                        <a16:creationId xmlns:a16="http://schemas.microsoft.com/office/drawing/2014/main" id="{A10500BE-5E6B-43AE-8914-FD4B873AF894}"/>
                      </a:ext>
                    </a:extLst>
                  </p:cNvPr>
                  <p:cNvSpPr/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t="-9589" b="-1712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AF1D6590-5148-41FE-B022-6A0A193E69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185759" y="1972896"/>
            <a:ext cx="7122061" cy="495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05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9E89F6-E907-4BCF-B5B8-267B125AEB6E}"/>
              </a:ext>
            </a:extLst>
          </p:cNvPr>
          <p:cNvSpPr/>
          <p:nvPr/>
        </p:nvSpPr>
        <p:spPr>
          <a:xfrm>
            <a:off x="4427437" y="7096880"/>
            <a:ext cx="4708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https://www.geogebra.org/classic/tvzgwvbc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08A70705-3251-4DC0-BD10-E136011F6984}"/>
                  </a:ext>
                </a:extLst>
              </p:cNvPr>
              <p:cNvSpPr/>
              <p:nvPr/>
            </p:nvSpPr>
            <p:spPr>
              <a:xfrm>
                <a:off x="-161766" y="427192"/>
                <a:ext cx="7414620" cy="4594683"/>
              </a:xfrm>
              <a:prstGeom prst="roundRect">
                <a:avLst>
                  <a:gd name="adj" fmla="val 9038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4000" dirty="0"/>
              </a:p>
              <a:p>
                <a:pPr algn="ctr"/>
                <a:endParaRPr lang="en-US" altLang="ko-KR" sz="4000" dirty="0"/>
              </a:p>
            </p:txBody>
          </p:sp>
        </mc:Choice>
        <mc:Fallback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08A70705-3251-4DC0-BD10-E136011F69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766" y="427192"/>
                <a:ext cx="7414620" cy="4594683"/>
              </a:xfrm>
              <a:prstGeom prst="roundRect">
                <a:avLst>
                  <a:gd name="adj" fmla="val 9038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9CA64688-B3A8-476C-83A7-F0225BC5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9" y="1972896"/>
            <a:ext cx="7122061" cy="49511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454" y="-179875"/>
            <a:ext cx="10515600" cy="1325563"/>
          </a:xfrm>
        </p:spPr>
        <p:txBody>
          <a:bodyPr/>
          <a:lstStyle/>
          <a:p>
            <a:r>
              <a:rPr lang="ko-KR" altLang="en-US">
                <a:hlinkClick r:id="rId4"/>
              </a:rPr>
              <a:t>치환적분</a:t>
            </a:r>
            <a:r>
              <a:rPr lang="en-US" altLang="ko-KR" dirty="0">
                <a:hlinkClick r:id="rId4"/>
              </a:rPr>
              <a:t>+</a:t>
            </a:r>
            <a:r>
              <a:rPr lang="ko-KR" altLang="en-US" dirty="0">
                <a:hlinkClick r:id="rId4"/>
              </a:rPr>
              <a:t>적분 대칭성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79B039-C896-4885-B7E4-207551732851}"/>
              </a:ext>
            </a:extLst>
          </p:cNvPr>
          <p:cNvSpPr/>
          <p:nvPr/>
        </p:nvSpPr>
        <p:spPr>
          <a:xfrm>
            <a:off x="4074289" y="891251"/>
            <a:ext cx="2185986" cy="70382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49DF76-BF9F-4B3A-8689-5A59F7BC41F7}"/>
              </a:ext>
            </a:extLst>
          </p:cNvPr>
          <p:cNvSpPr/>
          <p:nvPr/>
        </p:nvSpPr>
        <p:spPr>
          <a:xfrm>
            <a:off x="4064849" y="251066"/>
            <a:ext cx="2185986" cy="592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/>
              <a:t> =</a:t>
            </a:r>
            <a:r>
              <a:rPr lang="en-US" altLang="ko-KR" sz="3200" b="1"/>
              <a:t>t</a:t>
            </a:r>
            <a:r>
              <a:rPr lang="en-US" altLang="ko-KR" sz="3200"/>
              <a:t> </a:t>
            </a:r>
            <a:r>
              <a:rPr lang="ko-KR" altLang="en-US" sz="3200" dirty="0"/>
              <a:t>치환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12F24EF-DC02-4465-8AFF-85AB8064358B}"/>
              </a:ext>
            </a:extLst>
          </p:cNvPr>
          <p:cNvGrpSpPr/>
          <p:nvPr/>
        </p:nvGrpSpPr>
        <p:grpSpPr>
          <a:xfrm>
            <a:off x="5909629" y="1642476"/>
            <a:ext cx="6453066" cy="5359057"/>
            <a:chOff x="9008226" y="1640473"/>
            <a:chExt cx="6453066" cy="535905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D443172-6AC9-4D23-A274-FC2A9D9DB646}"/>
                </a:ext>
              </a:extLst>
            </p:cNvPr>
            <p:cNvSpPr/>
            <p:nvPr/>
          </p:nvSpPr>
          <p:spPr>
            <a:xfrm>
              <a:off x="9008226" y="1734803"/>
              <a:ext cx="6405444" cy="5264727"/>
            </a:xfrm>
            <a:prstGeom prst="roundRect">
              <a:avLst>
                <a:gd name="adj" fmla="val 7404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4000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C19AE5A-9A1E-428B-BE56-98CCE42C3961}"/>
                </a:ext>
              </a:extLst>
            </p:cNvPr>
            <p:cNvGrpSpPr/>
            <p:nvPr/>
          </p:nvGrpSpPr>
          <p:grpSpPr>
            <a:xfrm>
              <a:off x="9055848" y="1640473"/>
              <a:ext cx="6060921" cy="2176654"/>
              <a:chOff x="9055848" y="1640473"/>
              <a:chExt cx="6060921" cy="2176654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3277B014-031C-4D6E-B691-E2DFF5E00FE2}"/>
                  </a:ext>
                </a:extLst>
              </p:cNvPr>
              <p:cNvGrpSpPr/>
              <p:nvPr/>
            </p:nvGrpSpPr>
            <p:grpSpPr>
              <a:xfrm>
                <a:off x="9234866" y="1640473"/>
                <a:ext cx="5881903" cy="1188721"/>
                <a:chOff x="1591352" y="1057062"/>
                <a:chExt cx="5881903" cy="130759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ADB8D2A0-06CF-47C8-9DD8-8DC9372BE4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1352" y="1234824"/>
                      <a:ext cx="5881903" cy="975360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ADB8D2A0-06CF-47C8-9DD8-8DC9372BE4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1352" y="1234824"/>
                      <a:ext cx="5881903" cy="97536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0" name="화살표: 오른쪽 39">
                  <a:extLst>
                    <a:ext uri="{FF2B5EF4-FFF2-40B4-BE49-F238E27FC236}">
                      <a16:creationId xmlns:a16="http://schemas.microsoft.com/office/drawing/2014/main" id="{6466B769-F502-48D2-931B-9A8D3AF0FE41}"/>
                    </a:ext>
                  </a:extLst>
                </p:cNvPr>
                <p:cNvSpPr/>
                <p:nvPr/>
              </p:nvSpPr>
              <p:spPr>
                <a:xfrm>
                  <a:off x="3168575" y="1057062"/>
                  <a:ext cx="2033104" cy="1307592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y</a:t>
                  </a:r>
                  <a:r>
                    <a:rPr lang="ko-KR" altLang="en-US" sz="3200" dirty="0" err="1"/>
                    <a:t>축대칭</a:t>
                  </a:r>
                  <a:endParaRPr lang="ko-KR" altLang="en-US" sz="3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사각형: 둥근 모서리 37">
                    <a:extLst>
                      <a:ext uri="{FF2B5EF4-FFF2-40B4-BE49-F238E27FC236}">
                        <a16:creationId xmlns:a16="http://schemas.microsoft.com/office/drawing/2014/main" id="{ADB418D7-0AAA-46E0-AE2E-530FFA992761}"/>
                      </a:ext>
                    </a:extLst>
                  </p:cNvPr>
                  <p:cNvSpPr/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 t="-9655" b="-179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1CA05ED-B655-4D87-BE89-8ECA792A8B06}"/>
                </a:ext>
              </a:extLst>
            </p:cNvPr>
            <p:cNvGrpSpPr/>
            <p:nvPr/>
          </p:nvGrpSpPr>
          <p:grpSpPr>
            <a:xfrm>
              <a:off x="9055848" y="4448077"/>
              <a:ext cx="6405444" cy="2173630"/>
              <a:chOff x="9055848" y="4448077"/>
              <a:chExt cx="6405444" cy="2173630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8FFB54B7-B02F-4543-86D2-FB3FC9BD786F}"/>
                  </a:ext>
                </a:extLst>
              </p:cNvPr>
              <p:cNvGrpSpPr/>
              <p:nvPr/>
            </p:nvGrpSpPr>
            <p:grpSpPr>
              <a:xfrm>
                <a:off x="9234866" y="4448077"/>
                <a:ext cx="5881904" cy="1177131"/>
                <a:chOff x="1591352" y="544199"/>
                <a:chExt cx="5881904" cy="129484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사각형: 둥근 모서리 34">
                      <a:extLst>
                        <a:ext uri="{FF2B5EF4-FFF2-40B4-BE49-F238E27FC236}">
                          <a16:creationId xmlns:a16="http://schemas.microsoft.com/office/drawing/2014/main" id="{46B0EC87-1560-4FF1-8D2F-CB61D57346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ln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35" name="사각형: 둥근 모서리 34">
                      <a:extLst>
                        <a:ext uri="{FF2B5EF4-FFF2-40B4-BE49-F238E27FC236}">
                          <a16:creationId xmlns:a16="http://schemas.microsoft.com/office/drawing/2014/main" id="{46B0EC87-1560-4FF1-8D2F-CB61D57346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8DE2D45A-771F-4D62-985C-8A9BB779F511}"/>
                    </a:ext>
                  </a:extLst>
                </p:cNvPr>
                <p:cNvSpPr/>
                <p:nvPr/>
              </p:nvSpPr>
              <p:spPr>
                <a:xfrm>
                  <a:off x="3168575" y="544199"/>
                  <a:ext cx="2052886" cy="1294843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x=1</a:t>
                  </a:r>
                  <a:r>
                    <a:rPr lang="ko-KR" altLang="en-US" sz="3200" dirty="0"/>
                    <a:t>대칭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사각형: 둥근 모서리 33">
                    <a:extLst>
                      <a:ext uri="{FF2B5EF4-FFF2-40B4-BE49-F238E27FC236}">
                        <a16:creationId xmlns:a16="http://schemas.microsoft.com/office/drawing/2014/main" id="{A10500BE-5E6B-43AE-8914-FD4B873AF894}"/>
                      </a:ext>
                    </a:extLst>
                  </p:cNvPr>
                  <p:cNvSpPr/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t="-9589" b="-1712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79482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9E89F6-E907-4BCF-B5B8-267B125AEB6E}"/>
              </a:ext>
            </a:extLst>
          </p:cNvPr>
          <p:cNvSpPr/>
          <p:nvPr/>
        </p:nvSpPr>
        <p:spPr>
          <a:xfrm>
            <a:off x="4427437" y="7096880"/>
            <a:ext cx="4708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https://www.geogebra.org/classic/tvzgwvbc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68C09B4-AAE6-4914-941F-DA94767E2A99}"/>
              </a:ext>
            </a:extLst>
          </p:cNvPr>
          <p:cNvGrpSpPr/>
          <p:nvPr/>
        </p:nvGrpSpPr>
        <p:grpSpPr>
          <a:xfrm>
            <a:off x="-161766" y="427192"/>
            <a:ext cx="7414620" cy="6496809"/>
            <a:chOff x="4965241" y="1066740"/>
            <a:chExt cx="7414620" cy="64968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08A70705-3251-4DC0-BD10-E136011F6984}"/>
                    </a:ext>
                  </a:extLst>
                </p:cNvPr>
                <p:cNvSpPr/>
                <p:nvPr/>
              </p:nvSpPr>
              <p:spPr>
                <a:xfrm>
                  <a:off x="4965241" y="1066740"/>
                  <a:ext cx="7414620" cy="4594683"/>
                </a:xfrm>
                <a:prstGeom prst="roundRect">
                  <a:avLst>
                    <a:gd name="adj" fmla="val 9038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ko-KR" sz="4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40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i="1" dirty="0"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ko-KR" sz="4000" dirty="0"/>
                </a:p>
                <a:p>
                  <a:pPr algn="ctr"/>
                  <a:endParaRPr lang="en-US" altLang="ko-KR" sz="4000" dirty="0"/>
                </a:p>
              </p:txBody>
            </p:sp>
          </mc:Choice>
          <mc:Fallback xmlns=""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08A70705-3251-4DC0-BD10-E136011F6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241" y="1066740"/>
                  <a:ext cx="7414620" cy="4594683"/>
                </a:xfrm>
                <a:prstGeom prst="roundRect">
                  <a:avLst>
                    <a:gd name="adj" fmla="val 9038"/>
                  </a:avLst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CA64688-B3A8-476C-83A7-F0225BC5E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5976" y="2612444"/>
              <a:ext cx="7122061" cy="4951105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359" y="-179875"/>
            <a:ext cx="10515600" cy="1325563"/>
          </a:xfrm>
        </p:spPr>
        <p:txBody>
          <a:bodyPr/>
          <a:lstStyle/>
          <a:p>
            <a:r>
              <a:rPr lang="ko-KR" altLang="en-US" dirty="0"/>
              <a:t>  치환적분</a:t>
            </a:r>
            <a:r>
              <a:rPr lang="en-US" altLang="ko-KR" dirty="0"/>
              <a:t>+</a:t>
            </a:r>
            <a:r>
              <a:rPr lang="ko-KR" altLang="en-US" dirty="0"/>
              <a:t>적분 대칭성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5D25ACE-B120-4CC7-A569-B7BC9D57D8EC}"/>
              </a:ext>
            </a:extLst>
          </p:cNvPr>
          <p:cNvGrpSpPr/>
          <p:nvPr/>
        </p:nvGrpSpPr>
        <p:grpSpPr>
          <a:xfrm>
            <a:off x="5909629" y="1642476"/>
            <a:ext cx="6453066" cy="5359057"/>
            <a:chOff x="9008226" y="1640473"/>
            <a:chExt cx="6453066" cy="5359057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4FA4FD2-1F30-4C9F-B525-CBA85AF6EAFF}"/>
                </a:ext>
              </a:extLst>
            </p:cNvPr>
            <p:cNvSpPr/>
            <p:nvPr/>
          </p:nvSpPr>
          <p:spPr>
            <a:xfrm>
              <a:off x="9008226" y="1734803"/>
              <a:ext cx="6405444" cy="5264727"/>
            </a:xfrm>
            <a:prstGeom prst="roundRect">
              <a:avLst>
                <a:gd name="adj" fmla="val 7404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4000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F6A7B17-0F49-45F8-9FF8-8E63FA9341B7}"/>
                </a:ext>
              </a:extLst>
            </p:cNvPr>
            <p:cNvGrpSpPr/>
            <p:nvPr/>
          </p:nvGrpSpPr>
          <p:grpSpPr>
            <a:xfrm>
              <a:off x="9055848" y="1640473"/>
              <a:ext cx="5507636" cy="2176654"/>
              <a:chOff x="9055848" y="1640473"/>
              <a:chExt cx="5507636" cy="2176654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77DB23B0-3336-45F5-A3F5-AE48A9C2835C}"/>
                  </a:ext>
                </a:extLst>
              </p:cNvPr>
              <p:cNvGrpSpPr/>
              <p:nvPr/>
            </p:nvGrpSpPr>
            <p:grpSpPr>
              <a:xfrm>
                <a:off x="9748090" y="1640473"/>
                <a:ext cx="4317890" cy="1188721"/>
                <a:chOff x="2104576" y="1057062"/>
                <a:chExt cx="4317890" cy="130759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" name="사각형: 둥근 모서리 2">
                      <a:extLst>
                        <a:ext uri="{FF2B5EF4-FFF2-40B4-BE49-F238E27FC236}">
                          <a16:creationId xmlns:a16="http://schemas.microsoft.com/office/drawing/2014/main" id="{75689181-C3D1-453F-9681-3DFEBC106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04576" y="1234824"/>
                      <a:ext cx="4317890" cy="975360"/>
                    </a:xfrm>
                    <a:prstGeom prst="round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</m:t>
                            </m:r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" name="사각형: 둥근 모서리 2">
                      <a:extLst>
                        <a:ext uri="{FF2B5EF4-FFF2-40B4-BE49-F238E27FC236}">
                          <a16:creationId xmlns:a16="http://schemas.microsoft.com/office/drawing/2014/main" id="{75689181-C3D1-453F-9681-3DFEBC10642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04576" y="1234824"/>
                      <a:ext cx="4317890" cy="975360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l="-155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" name="화살표: 오른쪽 4">
                  <a:extLst>
                    <a:ext uri="{FF2B5EF4-FFF2-40B4-BE49-F238E27FC236}">
                      <a16:creationId xmlns:a16="http://schemas.microsoft.com/office/drawing/2014/main" id="{CDEAB1AC-D477-4B87-83F4-B6587970BBAC}"/>
                    </a:ext>
                  </a:extLst>
                </p:cNvPr>
                <p:cNvSpPr/>
                <p:nvPr/>
              </p:nvSpPr>
              <p:spPr>
                <a:xfrm>
                  <a:off x="3063643" y="1057062"/>
                  <a:ext cx="2033104" cy="1307592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y</a:t>
                  </a:r>
                  <a:r>
                    <a:rPr lang="ko-KR" altLang="en-US" sz="3200" dirty="0" err="1"/>
                    <a:t>축대칭</a:t>
                  </a:r>
                  <a:endParaRPr lang="ko-KR" altLang="en-US" sz="3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/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2C46E006-AE44-4182-92B1-5FF65617E1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2930435"/>
                    <a:ext cx="5507636" cy="886692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 t="-9655" b="-179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19ABE3E-C9B5-4A29-9324-F770007AB127}"/>
                </a:ext>
              </a:extLst>
            </p:cNvPr>
            <p:cNvGrpSpPr/>
            <p:nvPr/>
          </p:nvGrpSpPr>
          <p:grpSpPr>
            <a:xfrm>
              <a:off x="9055848" y="4448077"/>
              <a:ext cx="6405444" cy="2173630"/>
              <a:chOff x="9055848" y="4448077"/>
              <a:chExt cx="6405444" cy="217363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EEB66D83-9595-482C-A8F4-277E61A4F0D9}"/>
                  </a:ext>
                </a:extLst>
              </p:cNvPr>
              <p:cNvGrpSpPr/>
              <p:nvPr/>
            </p:nvGrpSpPr>
            <p:grpSpPr>
              <a:xfrm>
                <a:off x="9234866" y="4448077"/>
                <a:ext cx="5881904" cy="1177131"/>
                <a:chOff x="1591352" y="544199"/>
                <a:chExt cx="5881904" cy="12948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사각형: 둥근 모서리 8">
                      <a:extLst>
                        <a:ext uri="{FF2B5EF4-FFF2-40B4-BE49-F238E27FC236}">
                          <a16:creationId xmlns:a16="http://schemas.microsoft.com/office/drawing/2014/main" id="{2761A07D-EC96-4C88-825D-E1B6C311FF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360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ko-KR" sz="36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" name="사각형: 둥근 모서리 8">
                      <a:extLst>
                        <a:ext uri="{FF2B5EF4-FFF2-40B4-BE49-F238E27FC236}">
                          <a16:creationId xmlns:a16="http://schemas.microsoft.com/office/drawing/2014/main" id="{2761A07D-EC96-4C88-825D-E1B6C311FF7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1352" y="708276"/>
                      <a:ext cx="5881904" cy="975361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" name="화살표: 오른쪽 9">
                  <a:extLst>
                    <a:ext uri="{FF2B5EF4-FFF2-40B4-BE49-F238E27FC236}">
                      <a16:creationId xmlns:a16="http://schemas.microsoft.com/office/drawing/2014/main" id="{ADF3646D-779A-4FAA-A190-FF963B158C92}"/>
                    </a:ext>
                  </a:extLst>
                </p:cNvPr>
                <p:cNvSpPr/>
                <p:nvPr/>
              </p:nvSpPr>
              <p:spPr>
                <a:xfrm>
                  <a:off x="3063643" y="544199"/>
                  <a:ext cx="2052886" cy="1294843"/>
                </a:xfrm>
                <a:prstGeom prst="rightArrow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3200" dirty="0"/>
                    <a:t>x=1</a:t>
                  </a:r>
                  <a:r>
                    <a:rPr lang="ko-KR" altLang="en-US" sz="3200" dirty="0"/>
                    <a:t>대칭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/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altLang="ko-KR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e>
                          </m:nary>
                        </m:oMath>
                      </m:oMathPara>
                    </a14:m>
                    <a:endParaRPr lang="en-US" altLang="ko-KR" sz="3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사각형: 둥근 모서리 20">
                    <a:extLst>
                      <a:ext uri="{FF2B5EF4-FFF2-40B4-BE49-F238E27FC236}">
                        <a16:creationId xmlns:a16="http://schemas.microsoft.com/office/drawing/2014/main" id="{CF891B9E-2572-400D-9612-E389E84153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5848" y="5735015"/>
                    <a:ext cx="6405444" cy="886692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t="-9589" b="-1712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688B44B9-0FDD-4486-90EB-F45C8B1C635A}"/>
                  </a:ext>
                </a:extLst>
              </p:cNvPr>
              <p:cNvSpPr/>
              <p:nvPr/>
            </p:nvSpPr>
            <p:spPr>
              <a:xfrm>
                <a:off x="18969" y="4998776"/>
                <a:ext cx="8237580" cy="1965282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ko-KR" sz="4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4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4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ko-KR" sz="4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4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4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ko-KR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sz="4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688B44B9-0FDD-4486-90EB-F45C8B1C63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" y="4998776"/>
                <a:ext cx="8237580" cy="196528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5DD5554-2019-4A69-BA08-56E8F91E14EF}"/>
                  </a:ext>
                </a:extLst>
              </p:cNvPr>
              <p:cNvSpPr/>
              <p:nvPr/>
            </p:nvSpPr>
            <p:spPr>
              <a:xfrm>
                <a:off x="1843336" y="4860059"/>
                <a:ext cx="5297694" cy="85427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ko-KR" sz="28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800" b="0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sty m:val="p"/>
                        </m:rPr>
                        <a:rPr lang="en-US" altLang="ko-KR" sz="2800" i="1" dirty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altLang="ko-KR" sz="2800" b="0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m:rPr>
                          <m:sty m:val="p"/>
                        </m:rPr>
                        <a:rPr lang="en-US" altLang="ko-KR" sz="2800" i="1" dirty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5DD5554-2019-4A69-BA08-56E8F91E1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36" y="4860059"/>
                <a:ext cx="5297694" cy="8542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AF4CBEF1-96ED-4178-B07B-01C6F250546A}"/>
              </a:ext>
            </a:extLst>
          </p:cNvPr>
          <p:cNvGrpSpPr/>
          <p:nvPr/>
        </p:nvGrpSpPr>
        <p:grpSpPr>
          <a:xfrm>
            <a:off x="4064849" y="251066"/>
            <a:ext cx="2195426" cy="1344007"/>
            <a:chOff x="4064849" y="251066"/>
            <a:chExt cx="2195426" cy="1344007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79B039-C896-4885-B7E4-207551732851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49DF76-BF9F-4B3A-8689-5A59F7BC41F7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/>
                <a:t> =</a:t>
              </a:r>
              <a:r>
                <a:rPr lang="en-US" altLang="ko-KR" sz="3200" b="1"/>
                <a:t>t</a:t>
              </a:r>
              <a:r>
                <a:rPr lang="en-US" altLang="ko-KR" sz="3200"/>
                <a:t> </a:t>
              </a:r>
              <a:r>
                <a:rPr lang="ko-KR" altLang="en-US" sz="3200" dirty="0"/>
                <a:t>치환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54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5F2D444-1E1D-463B-B0CF-8984CF79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050"/>
            <a:ext cx="8016935" cy="59441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595" y="-267230"/>
            <a:ext cx="10515600" cy="1325563"/>
          </a:xfrm>
        </p:spPr>
        <p:txBody>
          <a:bodyPr/>
          <a:lstStyle/>
          <a:p>
            <a:r>
              <a:rPr lang="ko-KR" altLang="en-US" dirty="0"/>
              <a:t>  </a:t>
            </a:r>
            <a:r>
              <a:rPr lang="ko-KR" altLang="en-US"/>
              <a:t>치환적분</a:t>
            </a:r>
            <a:r>
              <a:rPr lang="en-US" altLang="ko-KR"/>
              <a:t>+</a:t>
            </a:r>
            <a:r>
              <a:rPr lang="ko-KR" altLang="en-US"/>
              <a:t>대칭성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/>
              <p:nvPr/>
            </p:nvSpPr>
            <p:spPr>
              <a:xfrm>
                <a:off x="8818192" y="1076821"/>
                <a:ext cx="3373808" cy="7206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192" y="1076821"/>
                <a:ext cx="3373808" cy="720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CE8FB-4E12-445E-9D45-071EDD45CF0E}"/>
              </a:ext>
            </a:extLst>
          </p:cNvPr>
          <p:cNvGrpSpPr/>
          <p:nvPr/>
        </p:nvGrpSpPr>
        <p:grpSpPr>
          <a:xfrm>
            <a:off x="10700330" y="931331"/>
            <a:ext cx="1025234" cy="720647"/>
            <a:chOff x="4064849" y="251066"/>
            <a:chExt cx="2195426" cy="13440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67515B0-0B8D-4213-A188-72B92ABD8A1C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1D095F-F356-41B9-8FF8-D77EB50BDF4C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r>
                <a:rPr lang="en-US" altLang="ko-KR" b="1" dirty="0"/>
                <a:t>t</a:t>
              </a:r>
              <a:r>
                <a:rPr lang="en-US" altLang="ko-KR" dirty="0"/>
                <a:t> </a:t>
              </a:r>
              <a:r>
                <a:rPr lang="ko-KR" altLang="en-US" dirty="0"/>
                <a:t>치환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7DF8D5-DAD1-4C01-8E0B-6D71F5DCE323}"/>
              </a:ext>
            </a:extLst>
          </p:cNvPr>
          <p:cNvGrpSpPr/>
          <p:nvPr/>
        </p:nvGrpSpPr>
        <p:grpSpPr>
          <a:xfrm>
            <a:off x="1682506" y="2631620"/>
            <a:ext cx="10722853" cy="4133782"/>
            <a:chOff x="1682506" y="2631620"/>
            <a:chExt cx="10722853" cy="4133782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F3EB74D-4109-4851-9A45-6A61B46CCA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238" t="21471" r="15330" b="50534"/>
            <a:stretch/>
          </p:blipFill>
          <p:spPr>
            <a:xfrm>
              <a:off x="1682506" y="2989246"/>
              <a:ext cx="10266424" cy="377615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chemeClr val="accent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ECB6DF7-925B-4D34-B5CC-A2D463C30710}"/>
                </a:ext>
              </a:extLst>
            </p:cNvPr>
            <p:cNvSpPr/>
            <p:nvPr/>
          </p:nvSpPr>
          <p:spPr>
            <a:xfrm>
              <a:off x="9883515" y="2631620"/>
              <a:ext cx="2521844" cy="36933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ko-KR"/>
                <a:t>25</a:t>
              </a:r>
              <a:r>
                <a:rPr lang="ko-KR" altLang="en-US"/>
                <a:t>학년도 이화 자연</a:t>
              </a:r>
              <a:r>
                <a:rPr lang="en-US" altLang="ko-KR"/>
                <a:t>1,2</a:t>
              </a:r>
              <a:endParaRPr lang="ko-KR" altLang="en-US" dirty="0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60220C-1F28-43ED-B783-4C88568EC06E}"/>
              </a:ext>
            </a:extLst>
          </p:cNvPr>
          <p:cNvSpPr/>
          <p:nvPr/>
        </p:nvSpPr>
        <p:spPr>
          <a:xfrm>
            <a:off x="2308485" y="1354426"/>
            <a:ext cx="4512040" cy="164652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94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  치환적분</a:t>
            </a:r>
            <a:r>
              <a:rPr lang="en-US" altLang="ko-KR" dirty="0"/>
              <a:t>+</a:t>
            </a:r>
            <a:r>
              <a:rPr lang="ko-KR" altLang="en-US" dirty="0"/>
              <a:t>적분 대칭성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/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CE8FB-4E12-445E-9D45-071EDD45CF0E}"/>
              </a:ext>
            </a:extLst>
          </p:cNvPr>
          <p:cNvGrpSpPr/>
          <p:nvPr/>
        </p:nvGrpSpPr>
        <p:grpSpPr>
          <a:xfrm>
            <a:off x="8959275" y="64808"/>
            <a:ext cx="1025234" cy="720647"/>
            <a:chOff x="4064849" y="251066"/>
            <a:chExt cx="2195426" cy="13440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67515B0-0B8D-4213-A188-72B92ABD8A1C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1D095F-F356-41B9-8FF8-D77EB50BDF4C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r>
                <a:rPr lang="en-US" altLang="ko-KR" b="1" dirty="0"/>
                <a:t>t</a:t>
              </a:r>
              <a:r>
                <a:rPr lang="en-US" altLang="ko-KR" dirty="0"/>
                <a:t> </a:t>
              </a:r>
              <a:r>
                <a:rPr lang="ko-KR" altLang="en-US" dirty="0"/>
                <a:t>치환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8CBAD6-17BE-4AAE-9943-D064752731F0}"/>
              </a:ext>
            </a:extLst>
          </p:cNvPr>
          <p:cNvGrpSpPr/>
          <p:nvPr/>
        </p:nvGrpSpPr>
        <p:grpSpPr>
          <a:xfrm>
            <a:off x="288695" y="1466251"/>
            <a:ext cx="11007384" cy="5326941"/>
            <a:chOff x="288695" y="1466251"/>
            <a:chExt cx="11007384" cy="532694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D4166C-05F1-4D1E-98DA-9A1529AE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695" y="1466251"/>
              <a:ext cx="11007384" cy="532694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8A167FE-E80E-4B52-93B3-C43BCFB8E566}"/>
                </a:ext>
              </a:extLst>
            </p:cNvPr>
            <p:cNvSpPr/>
            <p:nvPr/>
          </p:nvSpPr>
          <p:spPr>
            <a:xfrm>
              <a:off x="4803494" y="4847738"/>
              <a:ext cx="3761772" cy="54401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800"/>
                <a:t>18</a:t>
              </a:r>
              <a:r>
                <a:rPr lang="ko-KR" altLang="en-US" sz="2800" dirty="0"/>
                <a:t>학년도</a:t>
              </a:r>
              <a:r>
                <a:rPr lang="en-US" altLang="ko-KR" sz="2800" dirty="0"/>
                <a:t> </a:t>
              </a:r>
              <a:r>
                <a:rPr lang="ko-KR" altLang="en-US" sz="2800" dirty="0"/>
                <a:t>울산대 </a:t>
              </a:r>
              <a:r>
                <a:rPr lang="ko-KR" altLang="en-US" sz="2800" dirty="0" err="1"/>
                <a:t>의예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958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  치환적분</a:t>
            </a:r>
            <a:r>
              <a:rPr lang="en-US" altLang="ko-KR" dirty="0"/>
              <a:t>+</a:t>
            </a:r>
            <a:r>
              <a:rPr lang="ko-KR" altLang="en-US" dirty="0"/>
              <a:t>적분 대칭성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/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CE8FB-4E12-445E-9D45-071EDD45CF0E}"/>
              </a:ext>
            </a:extLst>
          </p:cNvPr>
          <p:cNvGrpSpPr/>
          <p:nvPr/>
        </p:nvGrpSpPr>
        <p:grpSpPr>
          <a:xfrm>
            <a:off x="8959275" y="64808"/>
            <a:ext cx="1025234" cy="720647"/>
            <a:chOff x="4064849" y="251066"/>
            <a:chExt cx="2195426" cy="13440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67515B0-0B8D-4213-A188-72B92ABD8A1C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1D095F-F356-41B9-8FF8-D77EB50BDF4C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r>
                <a:rPr lang="en-US" altLang="ko-KR" b="1" dirty="0"/>
                <a:t>t</a:t>
              </a:r>
              <a:r>
                <a:rPr lang="en-US" altLang="ko-KR" dirty="0"/>
                <a:t> </a:t>
              </a:r>
              <a:r>
                <a:rPr lang="ko-KR" altLang="en-US" dirty="0"/>
                <a:t>치환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8CBAD6-17BE-4AAE-9943-D064752731F0}"/>
              </a:ext>
            </a:extLst>
          </p:cNvPr>
          <p:cNvGrpSpPr/>
          <p:nvPr/>
        </p:nvGrpSpPr>
        <p:grpSpPr>
          <a:xfrm>
            <a:off x="288695" y="1466251"/>
            <a:ext cx="11007384" cy="5326941"/>
            <a:chOff x="288695" y="1466251"/>
            <a:chExt cx="11007384" cy="532694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D4166C-05F1-4D1E-98DA-9A1529AE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695" y="1466251"/>
              <a:ext cx="11007384" cy="532694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8A167FE-E80E-4B52-93B3-C43BCFB8E566}"/>
                </a:ext>
              </a:extLst>
            </p:cNvPr>
            <p:cNvSpPr/>
            <p:nvPr/>
          </p:nvSpPr>
          <p:spPr>
            <a:xfrm>
              <a:off x="4803494" y="4847738"/>
              <a:ext cx="3761772" cy="54401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800"/>
                <a:t>18</a:t>
              </a:r>
              <a:r>
                <a:rPr lang="ko-KR" altLang="en-US" sz="2800" dirty="0"/>
                <a:t>학년도</a:t>
              </a:r>
              <a:r>
                <a:rPr lang="en-US" altLang="ko-KR" sz="2800" dirty="0"/>
                <a:t> </a:t>
              </a:r>
              <a:r>
                <a:rPr lang="ko-KR" altLang="en-US" sz="2800" dirty="0"/>
                <a:t>울산대 </a:t>
              </a:r>
              <a:r>
                <a:rPr lang="ko-KR" altLang="en-US" sz="2800" dirty="0" err="1"/>
                <a:t>의예</a:t>
              </a:r>
              <a:endParaRPr lang="ko-KR" altLang="en-US" sz="28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B78DEB-1919-4621-9BEF-9C371575A54F}"/>
              </a:ext>
            </a:extLst>
          </p:cNvPr>
          <p:cNvGrpSpPr/>
          <p:nvPr/>
        </p:nvGrpSpPr>
        <p:grpSpPr>
          <a:xfrm>
            <a:off x="1676400" y="1129442"/>
            <a:ext cx="9344991" cy="5571267"/>
            <a:chOff x="2558314" y="1097531"/>
            <a:chExt cx="9344991" cy="5571267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34B46F4-6078-4989-AC08-64E2B566DCF2}"/>
                </a:ext>
              </a:extLst>
            </p:cNvPr>
            <p:cNvGrpSpPr/>
            <p:nvPr/>
          </p:nvGrpSpPr>
          <p:grpSpPr>
            <a:xfrm>
              <a:off x="2558314" y="1097531"/>
              <a:ext cx="9344991" cy="5571267"/>
              <a:chOff x="2906753" y="2506900"/>
              <a:chExt cx="6378493" cy="3802710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B2C57555-1919-4842-AC66-A072D0309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6753" y="2506900"/>
                <a:ext cx="6378493" cy="1844200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0DD25195-3ED4-4FC3-B77F-A1099DF354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1046" y="4351100"/>
                <a:ext cx="6309907" cy="1958510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E798C4E-BCA1-4642-BB2C-5972B7B703C5}"/>
                </a:ext>
              </a:extLst>
            </p:cNvPr>
            <p:cNvSpPr/>
            <p:nvPr/>
          </p:nvSpPr>
          <p:spPr>
            <a:xfrm>
              <a:off x="8688806" y="5234113"/>
              <a:ext cx="3136741" cy="66327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23</a:t>
              </a:r>
              <a:r>
                <a:rPr lang="ko-KR" altLang="en-US" sz="2000" dirty="0"/>
                <a:t>학년도</a:t>
              </a:r>
              <a:r>
                <a:rPr lang="en-US" altLang="ko-KR" sz="2000" dirty="0"/>
                <a:t> </a:t>
              </a:r>
              <a:r>
                <a:rPr lang="ko-KR" altLang="en-US" sz="2000" dirty="0"/>
                <a:t>아주대 오전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1169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  치환적분</a:t>
            </a:r>
            <a:r>
              <a:rPr lang="en-US" altLang="ko-KR" dirty="0"/>
              <a:t>+</a:t>
            </a:r>
            <a:r>
              <a:rPr lang="ko-KR" altLang="en-US" dirty="0"/>
              <a:t>적분 대칭성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/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CE8FB-4E12-445E-9D45-071EDD45CF0E}"/>
              </a:ext>
            </a:extLst>
          </p:cNvPr>
          <p:cNvGrpSpPr/>
          <p:nvPr/>
        </p:nvGrpSpPr>
        <p:grpSpPr>
          <a:xfrm>
            <a:off x="8959275" y="64808"/>
            <a:ext cx="1025234" cy="720647"/>
            <a:chOff x="4064849" y="251066"/>
            <a:chExt cx="2195426" cy="13440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67515B0-0B8D-4213-A188-72B92ABD8A1C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1D095F-F356-41B9-8FF8-D77EB50BDF4C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r>
                <a:rPr lang="en-US" altLang="ko-KR" b="1" dirty="0"/>
                <a:t>t</a:t>
              </a:r>
              <a:r>
                <a:rPr lang="en-US" altLang="ko-KR" dirty="0"/>
                <a:t> </a:t>
              </a:r>
              <a:r>
                <a:rPr lang="ko-KR" altLang="en-US" dirty="0"/>
                <a:t>치환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8CBAD6-17BE-4AAE-9943-D064752731F0}"/>
              </a:ext>
            </a:extLst>
          </p:cNvPr>
          <p:cNvGrpSpPr/>
          <p:nvPr/>
        </p:nvGrpSpPr>
        <p:grpSpPr>
          <a:xfrm>
            <a:off x="288695" y="1466251"/>
            <a:ext cx="11007384" cy="5326941"/>
            <a:chOff x="288695" y="1466251"/>
            <a:chExt cx="11007384" cy="532694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D4166C-05F1-4D1E-98DA-9A1529AE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695" y="1466251"/>
              <a:ext cx="11007384" cy="532694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8A167FE-E80E-4B52-93B3-C43BCFB8E566}"/>
                </a:ext>
              </a:extLst>
            </p:cNvPr>
            <p:cNvSpPr/>
            <p:nvPr/>
          </p:nvSpPr>
          <p:spPr>
            <a:xfrm>
              <a:off x="4803494" y="4847738"/>
              <a:ext cx="3761772" cy="54401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800"/>
                <a:t>18</a:t>
              </a:r>
              <a:r>
                <a:rPr lang="ko-KR" altLang="en-US" sz="2800" dirty="0"/>
                <a:t>학년도</a:t>
              </a:r>
              <a:r>
                <a:rPr lang="en-US" altLang="ko-KR" sz="2800" dirty="0"/>
                <a:t> </a:t>
              </a:r>
              <a:r>
                <a:rPr lang="ko-KR" altLang="en-US" sz="2800" dirty="0"/>
                <a:t>울산대 </a:t>
              </a:r>
              <a:r>
                <a:rPr lang="ko-KR" altLang="en-US" sz="2800" dirty="0" err="1"/>
                <a:t>의예</a:t>
              </a:r>
              <a:endParaRPr lang="ko-KR" altLang="en-US" sz="28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B78DEB-1919-4621-9BEF-9C371575A54F}"/>
              </a:ext>
            </a:extLst>
          </p:cNvPr>
          <p:cNvGrpSpPr/>
          <p:nvPr/>
        </p:nvGrpSpPr>
        <p:grpSpPr>
          <a:xfrm>
            <a:off x="1676400" y="1129442"/>
            <a:ext cx="9344991" cy="5571267"/>
            <a:chOff x="2558314" y="1097531"/>
            <a:chExt cx="9344991" cy="5571267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34B46F4-6078-4989-AC08-64E2B566DCF2}"/>
                </a:ext>
              </a:extLst>
            </p:cNvPr>
            <p:cNvGrpSpPr/>
            <p:nvPr/>
          </p:nvGrpSpPr>
          <p:grpSpPr>
            <a:xfrm>
              <a:off x="2558314" y="1097531"/>
              <a:ext cx="9344991" cy="5571267"/>
              <a:chOff x="2906753" y="2506900"/>
              <a:chExt cx="6378493" cy="3802710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B2C57555-1919-4842-AC66-A072D0309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6753" y="2506900"/>
                <a:ext cx="6378493" cy="1844200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0DD25195-3ED4-4FC3-B77F-A1099DF354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1046" y="4351100"/>
                <a:ext cx="6309907" cy="1958510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E798C4E-BCA1-4642-BB2C-5972B7B703C5}"/>
                </a:ext>
              </a:extLst>
            </p:cNvPr>
            <p:cNvSpPr/>
            <p:nvPr/>
          </p:nvSpPr>
          <p:spPr>
            <a:xfrm>
              <a:off x="8688806" y="5234113"/>
              <a:ext cx="3136741" cy="66327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23</a:t>
              </a:r>
              <a:r>
                <a:rPr lang="ko-KR" altLang="en-US" sz="2000" dirty="0"/>
                <a:t>학년도</a:t>
              </a:r>
              <a:r>
                <a:rPr lang="en-US" altLang="ko-KR" sz="2000" dirty="0"/>
                <a:t> </a:t>
              </a:r>
              <a:r>
                <a:rPr lang="ko-KR" altLang="en-US" sz="2000" dirty="0"/>
                <a:t>아주대 오전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D42BEC1-5AD3-420D-8BC6-427E8116BFE6}"/>
              </a:ext>
            </a:extLst>
          </p:cNvPr>
          <p:cNvGrpSpPr/>
          <p:nvPr/>
        </p:nvGrpSpPr>
        <p:grpSpPr>
          <a:xfrm>
            <a:off x="602250" y="925595"/>
            <a:ext cx="11589750" cy="4202132"/>
            <a:chOff x="288695" y="854749"/>
            <a:chExt cx="11589750" cy="420213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C9766FA-66F3-4774-88CE-A81311C02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8695" y="854749"/>
              <a:ext cx="11589750" cy="4202132"/>
            </a:xfrm>
            <a:prstGeom prst="rect">
              <a:avLst/>
            </a:prstGeom>
          </p:spPr>
        </p:pic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75B5371-FA8E-4D1E-99F5-75E0FEA68EFA}"/>
                </a:ext>
              </a:extLst>
            </p:cNvPr>
            <p:cNvSpPr/>
            <p:nvPr/>
          </p:nvSpPr>
          <p:spPr>
            <a:xfrm>
              <a:off x="7464517" y="4007901"/>
              <a:ext cx="3136741" cy="66327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23</a:t>
              </a:r>
              <a:r>
                <a:rPr lang="ko-KR" altLang="en-US" sz="2000" dirty="0"/>
                <a:t>학년도</a:t>
              </a:r>
              <a:r>
                <a:rPr lang="en-US" altLang="ko-KR" sz="2000" dirty="0"/>
                <a:t> </a:t>
              </a:r>
              <a:r>
                <a:rPr lang="ko-KR" altLang="en-US" sz="2000" dirty="0"/>
                <a:t>광운대 오전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80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C3B893B-0FB7-4069-BC78-DCC4BF937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" y="53274"/>
            <a:ext cx="12032366" cy="50570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DBC5354-2983-4D71-AC08-061FEF3C325A}"/>
              </a:ext>
            </a:extLst>
          </p:cNvPr>
          <p:cNvSpPr/>
          <p:nvPr/>
        </p:nvSpPr>
        <p:spPr>
          <a:xfrm>
            <a:off x="11868455" y="6382934"/>
            <a:ext cx="311304" cy="4750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휴먼명조"/>
                <a:ea typeface="휴먼명조"/>
              </a:rPr>
              <a:t>5</a:t>
            </a:r>
            <a:endParaRPr lang="en-US" altLang="ko-KR" kern="0" dirty="0">
              <a:solidFill>
                <a:srgbClr val="000000"/>
              </a:solidFill>
              <a:latin typeface="휴먼명조"/>
            </a:endParaRPr>
          </a:p>
        </p:txBody>
      </p:sp>
    </p:spTree>
    <p:extLst>
      <p:ext uri="{BB962C8B-B14F-4D97-AF65-F5344CB8AC3E}">
        <p14:creationId xmlns:p14="http://schemas.microsoft.com/office/powerpoint/2010/main" val="426387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DF880E-5230-486C-B5DC-BE85BAC8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57082"/>
            <a:ext cx="12032366" cy="5057082"/>
          </a:xfrm>
          <a:prstGeom prst="rect">
            <a:avLst/>
          </a:prstGeom>
        </p:spPr>
      </p:pic>
      <p:pic>
        <p:nvPicPr>
          <p:cNvPr id="7171" name="_x313279920" descr="DRW0000ba9405d4">
            <a:extLst>
              <a:ext uri="{FF2B5EF4-FFF2-40B4-BE49-F238E27FC236}">
                <a16:creationId xmlns:a16="http://schemas.microsoft.com/office/drawing/2014/main" id="{A2304027-10A8-4D12-AC2D-D54B1EA65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763" y="4912522"/>
            <a:ext cx="28098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_x874237368" descr="DRW0000ba9405d6">
            <a:extLst>
              <a:ext uri="{FF2B5EF4-FFF2-40B4-BE49-F238E27FC236}">
                <a16:creationId xmlns:a16="http://schemas.microsoft.com/office/drawing/2014/main" id="{BD0D293D-C3A1-42C5-9A65-715441FCC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189" y="4912522"/>
            <a:ext cx="45370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_x874231032" descr="DRW0000ba9405d8">
            <a:extLst>
              <a:ext uri="{FF2B5EF4-FFF2-40B4-BE49-F238E27FC236}">
                <a16:creationId xmlns:a16="http://schemas.microsoft.com/office/drawing/2014/main" id="{02E3A4FB-4E44-48BB-B491-8EA83B0CA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203" y="6309473"/>
            <a:ext cx="1646238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1925017-ECDC-483D-A68C-0DF298BA04B9}"/>
              </a:ext>
            </a:extLst>
          </p:cNvPr>
          <p:cNvGrpSpPr/>
          <p:nvPr/>
        </p:nvGrpSpPr>
        <p:grpSpPr>
          <a:xfrm>
            <a:off x="182880" y="241500"/>
            <a:ext cx="9767888" cy="1474788"/>
            <a:chOff x="182880" y="9366"/>
            <a:chExt cx="9767888" cy="147478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E5F6DE6-1D8B-4350-89EE-B5F847C9FDD4}"/>
                </a:ext>
              </a:extLst>
            </p:cNvPr>
            <p:cNvGrpSpPr/>
            <p:nvPr/>
          </p:nvGrpSpPr>
          <p:grpSpPr>
            <a:xfrm>
              <a:off x="182880" y="85566"/>
              <a:ext cx="9767888" cy="1398588"/>
              <a:chOff x="182880" y="0"/>
              <a:chExt cx="9767888" cy="1398588"/>
            </a:xfrm>
          </p:grpSpPr>
          <p:pic>
            <p:nvPicPr>
              <p:cNvPr id="7177" name="_x446391960" descr="DRW0000ba9405c8">
                <a:extLst>
                  <a:ext uri="{FF2B5EF4-FFF2-40B4-BE49-F238E27FC236}">
                    <a16:creationId xmlns:a16="http://schemas.microsoft.com/office/drawing/2014/main" id="{07283D75-63A5-496F-B8D4-E19301228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80" y="0"/>
                <a:ext cx="3021013" cy="13985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6" name="_x446392032" descr="DRW0000ba9405ca">
                <a:extLst>
                  <a:ext uri="{FF2B5EF4-FFF2-40B4-BE49-F238E27FC236}">
                    <a16:creationId xmlns:a16="http://schemas.microsoft.com/office/drawing/2014/main" id="{381B4781-C163-4DCE-9F4A-C371DDD67E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59455" y="458894"/>
                <a:ext cx="314325" cy="4095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5" name="_x446390232" descr="DRW0000ba9405cc">
                <a:extLst>
                  <a:ext uri="{FF2B5EF4-FFF2-40B4-BE49-F238E27FC236}">
                    <a16:creationId xmlns:a16="http://schemas.microsoft.com/office/drawing/2014/main" id="{B4039074-2857-42FD-B5B4-05ECE698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3780" y="0"/>
                <a:ext cx="2986088" cy="1219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4" name="_x446390448" descr="DRW0000ba9405ce">
                <a:extLst>
                  <a:ext uri="{FF2B5EF4-FFF2-40B4-BE49-F238E27FC236}">
                    <a16:creationId xmlns:a16="http://schemas.microsoft.com/office/drawing/2014/main" id="{BDB7D9D9-459D-4889-9EE6-B442FE293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9868" y="0"/>
                <a:ext cx="3390900" cy="1219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570035D-0D53-4818-8961-EEABE8AD8B5C}"/>
                </a:ext>
              </a:extLst>
            </p:cNvPr>
            <p:cNvSpPr/>
            <p:nvPr/>
          </p:nvSpPr>
          <p:spPr>
            <a:xfrm>
              <a:off x="6929754" y="9366"/>
              <a:ext cx="3021013" cy="1352288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788E97A-C5BF-4F53-9400-EF822BAA4F06}"/>
              </a:ext>
            </a:extLst>
          </p:cNvPr>
          <p:cNvGrpSpPr/>
          <p:nvPr/>
        </p:nvGrpSpPr>
        <p:grpSpPr>
          <a:xfrm>
            <a:off x="704102" y="2063990"/>
            <a:ext cx="11337517" cy="1538446"/>
            <a:chOff x="182880" y="1910890"/>
            <a:chExt cx="11337517" cy="1538446"/>
          </a:xfrm>
        </p:grpSpPr>
        <p:pic>
          <p:nvPicPr>
            <p:cNvPr id="38" name="Picture 31">
              <a:extLst>
                <a:ext uri="{FF2B5EF4-FFF2-40B4-BE49-F238E27FC236}">
                  <a16:creationId xmlns:a16="http://schemas.microsoft.com/office/drawing/2014/main" id="{5750AE01-0824-4E08-9D6B-81E3622F5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325982" y="2015778"/>
              <a:ext cx="11194415" cy="1398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7A01901-426D-4DC2-961A-9C6FBF2707B2}"/>
                </a:ext>
              </a:extLst>
            </p:cNvPr>
            <p:cNvSpPr/>
            <p:nvPr/>
          </p:nvSpPr>
          <p:spPr>
            <a:xfrm>
              <a:off x="182880" y="1910890"/>
              <a:ext cx="11337517" cy="1538446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854314-BF4A-4309-889D-CA83B274D0CB}"/>
              </a:ext>
            </a:extLst>
          </p:cNvPr>
          <p:cNvGrpSpPr/>
          <p:nvPr/>
        </p:nvGrpSpPr>
        <p:grpSpPr>
          <a:xfrm>
            <a:off x="182880" y="3632731"/>
            <a:ext cx="10061894" cy="1398588"/>
            <a:chOff x="0" y="4041670"/>
            <a:chExt cx="10061894" cy="139858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27127E6-8282-4769-8A8B-6FDF747CBA0B}"/>
                </a:ext>
              </a:extLst>
            </p:cNvPr>
            <p:cNvGrpSpPr/>
            <p:nvPr/>
          </p:nvGrpSpPr>
          <p:grpSpPr>
            <a:xfrm>
              <a:off x="3203893" y="4041670"/>
              <a:ext cx="6858001" cy="1222903"/>
              <a:chOff x="3203893" y="4041670"/>
              <a:chExt cx="6858001" cy="1222903"/>
            </a:xfrm>
          </p:grpSpPr>
          <p:pic>
            <p:nvPicPr>
              <p:cNvPr id="7173" name="_x313280280" descr="DRW0000ba9405d0">
                <a:extLst>
                  <a:ext uri="{FF2B5EF4-FFF2-40B4-BE49-F238E27FC236}">
                    <a16:creationId xmlns:a16="http://schemas.microsoft.com/office/drawing/2014/main" id="{72F32450-E95F-4AD7-A46F-D0CC51C0A1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3893" y="4045373"/>
                <a:ext cx="2986088" cy="1219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2" name="_x313279776" descr="DRW0000ba9405d2">
                <a:extLst>
                  <a:ext uri="{FF2B5EF4-FFF2-40B4-BE49-F238E27FC236}">
                    <a16:creationId xmlns:a16="http://schemas.microsoft.com/office/drawing/2014/main" id="{AD417B69-175C-43E7-9DBA-73E5692CE8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9981" y="4041670"/>
                <a:ext cx="3871913" cy="1219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43151ED-DD2B-443A-877E-7D253943D9E3}"/>
                </a:ext>
              </a:extLst>
            </p:cNvPr>
            <p:cNvGrpSpPr/>
            <p:nvPr/>
          </p:nvGrpSpPr>
          <p:grpSpPr>
            <a:xfrm>
              <a:off x="0" y="4041670"/>
              <a:ext cx="3326704" cy="1398588"/>
              <a:chOff x="-34705" y="4106912"/>
              <a:chExt cx="3326704" cy="1398588"/>
            </a:xfrm>
          </p:grpSpPr>
          <p:pic>
            <p:nvPicPr>
              <p:cNvPr id="22" name="_x446391960" descr="DRW0000ba9405c8">
                <a:extLst>
                  <a:ext uri="{FF2B5EF4-FFF2-40B4-BE49-F238E27FC236}">
                    <a16:creationId xmlns:a16="http://schemas.microsoft.com/office/drawing/2014/main" id="{6B6730A4-4216-4778-808E-599D728930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4705" y="4106912"/>
                <a:ext cx="3021013" cy="13985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_x446392032" descr="DRW0000ba9405ca">
                <a:extLst>
                  <a:ext uri="{FF2B5EF4-FFF2-40B4-BE49-F238E27FC236}">
                    <a16:creationId xmlns:a16="http://schemas.microsoft.com/office/drawing/2014/main" id="{8284A743-F975-4CBC-8CDD-D4F1D27DA5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7674" y="4601418"/>
                <a:ext cx="314325" cy="4095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0381262-27F4-4A3E-A943-DDAF7AB43F6F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rot="5400000">
            <a:off x="7171460" y="795189"/>
            <a:ext cx="470202" cy="20674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B34228-D817-4606-A982-5D4AAAC4A854}"/>
              </a:ext>
            </a:extLst>
          </p:cNvPr>
          <p:cNvSpPr/>
          <p:nvPr/>
        </p:nvSpPr>
        <p:spPr>
          <a:xfrm>
            <a:off x="9468165" y="1108144"/>
            <a:ext cx="170497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x=-t</a:t>
            </a:r>
          </a:p>
          <a:p>
            <a:pPr algn="ctr"/>
            <a:r>
              <a:rPr lang="ko-KR" altLang="en-US" sz="3200" dirty="0"/>
              <a:t>치환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AF4D0B3-34E2-4DDF-AFE3-DC2CC5CC8A74}"/>
                  </a:ext>
                </a:extLst>
              </p:cNvPr>
              <p:cNvSpPr/>
              <p:nvPr/>
            </p:nvSpPr>
            <p:spPr>
              <a:xfrm>
                <a:off x="6451372" y="6135224"/>
                <a:ext cx="3499395" cy="58382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200" dirty="0"/>
                  <a:t>그 적 </a:t>
                </a:r>
                <a14:m>
                  <m:oMath xmlns:m="http://schemas.openxmlformats.org/officeDocument/2006/math">
                    <m:r>
                      <a:rPr lang="en-US" altLang="ko-KR" sz="3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ko-KR" altLang="en-US" sz="3200" dirty="0"/>
                          <m:t>미 적 </m:t>
                        </m:r>
                      </m:e>
                    </m:nary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AF4D0B3-34E2-4DDF-AFE3-DC2CC5CC8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72" y="6135224"/>
                <a:ext cx="3499395" cy="583824"/>
              </a:xfrm>
              <a:prstGeom prst="roundRect">
                <a:avLst/>
              </a:prstGeom>
              <a:blipFill>
                <a:blip r:embed="rId12"/>
                <a:stretch>
                  <a:fillRect t="-17347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61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C3B893B-0FB7-4069-BC78-DCC4BF937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" y="38034"/>
            <a:ext cx="12032366" cy="50570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DBC5354-2983-4D71-AC08-061FEF3C325A}"/>
              </a:ext>
            </a:extLst>
          </p:cNvPr>
          <p:cNvSpPr/>
          <p:nvPr/>
        </p:nvSpPr>
        <p:spPr>
          <a:xfrm>
            <a:off x="11868455" y="6382934"/>
            <a:ext cx="311304" cy="4750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휴먼명조"/>
                <a:ea typeface="휴먼명조"/>
              </a:rPr>
              <a:t>5</a:t>
            </a:r>
            <a:endParaRPr lang="en-US" altLang="ko-KR" kern="0" dirty="0">
              <a:solidFill>
                <a:srgbClr val="000000"/>
              </a:solidFill>
              <a:latin typeface="휴먼명조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1131545-000C-4308-A40F-2A7C2374B482}"/>
              </a:ext>
            </a:extLst>
          </p:cNvPr>
          <p:cNvGrpSpPr/>
          <p:nvPr/>
        </p:nvGrpSpPr>
        <p:grpSpPr>
          <a:xfrm>
            <a:off x="99823" y="2521410"/>
            <a:ext cx="12092177" cy="1310599"/>
            <a:chOff x="87581" y="3921946"/>
            <a:chExt cx="12092177" cy="1310599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1D4F066-76CA-41F4-A8C4-85EB8C4CA655}"/>
                </a:ext>
              </a:extLst>
            </p:cNvPr>
            <p:cNvGrpSpPr/>
            <p:nvPr/>
          </p:nvGrpSpPr>
          <p:grpSpPr>
            <a:xfrm>
              <a:off x="87581" y="3921946"/>
              <a:ext cx="12092177" cy="649896"/>
              <a:chOff x="87581" y="3921946"/>
              <a:chExt cx="12092177" cy="649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사각형: 둥근 모서리 3">
                    <a:extLst>
                      <a:ext uri="{FF2B5EF4-FFF2-40B4-BE49-F238E27FC236}">
                        <a16:creationId xmlns:a16="http://schemas.microsoft.com/office/drawing/2014/main" id="{6ECDD12B-73A6-418D-AA27-92B88B9A48AC}"/>
                      </a:ext>
                    </a:extLst>
                  </p:cNvPr>
                  <p:cNvSpPr/>
                  <p:nvPr/>
                </p:nvSpPr>
                <p:spPr>
                  <a:xfrm>
                    <a:off x="87581" y="3921946"/>
                    <a:ext cx="2956560" cy="649896"/>
                  </a:xfrm>
                  <a:prstGeom prst="round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sz="4400" i="1" dirty="0" smtClean="0">
                              <a:latin typeface="Cambria Math" panose="02040503050406030204" pitchFamily="18" charset="0"/>
                            </a:rPr>
                            <m:t>임의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4400" dirty="0"/>
                  </a:p>
                </p:txBody>
              </p:sp>
            </mc:Choice>
            <mc:Fallback xmlns="">
              <p:sp>
                <p:nvSpPr>
                  <p:cNvPr id="4" name="사각형: 둥근 모서리 3">
                    <a:extLst>
                      <a:ext uri="{FF2B5EF4-FFF2-40B4-BE49-F238E27FC236}">
                        <a16:creationId xmlns:a16="http://schemas.microsoft.com/office/drawing/2014/main" id="{6ECDD12B-73A6-418D-AA27-92B88B9A48A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81" y="3921946"/>
                    <a:ext cx="2956560" cy="649896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 b="-277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사각형: 둥근 모서리 6">
                    <a:extLst>
                      <a:ext uri="{FF2B5EF4-FFF2-40B4-BE49-F238E27FC236}">
                        <a16:creationId xmlns:a16="http://schemas.microsoft.com/office/drawing/2014/main" id="{3141301A-D9E4-4122-898D-98410C93EF9B}"/>
                      </a:ext>
                    </a:extLst>
                  </p:cNvPr>
                  <p:cNvSpPr/>
                  <p:nvPr/>
                </p:nvSpPr>
                <p:spPr>
                  <a:xfrm>
                    <a:off x="3044141" y="3921946"/>
                    <a:ext cx="9135617" cy="649896"/>
                  </a:xfrm>
                  <a:prstGeom prst="round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4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ko-KR" sz="4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4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4400" i="1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4400" dirty="0"/>
                  </a:p>
                </p:txBody>
              </p:sp>
            </mc:Choice>
            <mc:Fallback xmlns="">
              <p:sp>
                <p:nvSpPr>
                  <p:cNvPr id="7" name="사각형: 둥근 모서리 6">
                    <a:extLst>
                      <a:ext uri="{FF2B5EF4-FFF2-40B4-BE49-F238E27FC236}">
                        <a16:creationId xmlns:a16="http://schemas.microsoft.com/office/drawing/2014/main" id="{3141301A-D9E4-4122-898D-98410C93EF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4141" y="3921946"/>
                    <a:ext cx="9135617" cy="649896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 b="-92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365182D-13B8-4582-B0D9-7EA8C7914907}"/>
                    </a:ext>
                  </a:extLst>
                </p:cNvPr>
                <p:cNvSpPr/>
                <p:nvPr/>
              </p:nvSpPr>
              <p:spPr>
                <a:xfrm>
                  <a:off x="87581" y="4582649"/>
                  <a:ext cx="2956560" cy="64989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4400" b="0" i="1" dirty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365182D-13B8-4582-B0D9-7EA8C79149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1" y="4582649"/>
                  <a:ext cx="2956560" cy="649896"/>
                </a:xfrm>
                <a:prstGeom prst="roundRect">
                  <a:avLst/>
                </a:prstGeom>
                <a:blipFill>
                  <a:blip r:embed="rId5"/>
                  <a:stretch>
                    <a:fillRect b="-9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94CA4688-1982-45A3-B355-B8A41CD457EA}"/>
                    </a:ext>
                  </a:extLst>
                </p:cNvPr>
                <p:cNvSpPr/>
                <p:nvPr/>
              </p:nvSpPr>
              <p:spPr>
                <a:xfrm>
                  <a:off x="3044141" y="4582649"/>
                  <a:ext cx="9135617" cy="64989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4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4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94CA4688-1982-45A3-B355-B8A41CD457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141" y="4582649"/>
                  <a:ext cx="9135617" cy="64989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8B6BACA-3E12-45B1-9C1A-291C3F93FCB9}"/>
              </a:ext>
            </a:extLst>
          </p:cNvPr>
          <p:cNvGrpSpPr/>
          <p:nvPr/>
        </p:nvGrpSpPr>
        <p:grpSpPr>
          <a:xfrm>
            <a:off x="12241" y="4795929"/>
            <a:ext cx="12179760" cy="655513"/>
            <a:chOff x="-1" y="5883949"/>
            <a:chExt cx="12179760" cy="6555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7904B4CB-7F59-427F-9805-EBFEE8E5DA65}"/>
                    </a:ext>
                  </a:extLst>
                </p:cNvPr>
                <p:cNvSpPr/>
                <p:nvPr/>
              </p:nvSpPr>
              <p:spPr>
                <a:xfrm>
                  <a:off x="-1" y="5883949"/>
                  <a:ext cx="3362338" cy="649896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ko-KR" sz="4400" dirty="0"/>
                    <a:t>+</a:t>
                  </a:r>
                  <a14:m>
                    <m:oMath xmlns:m="http://schemas.openxmlformats.org/officeDocument/2006/math"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4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4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4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4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7904B4CB-7F59-427F-9805-EBFEE8E5DA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5883949"/>
                  <a:ext cx="3362338" cy="649896"/>
                </a:xfrm>
                <a:prstGeom prst="roundRect">
                  <a:avLst/>
                </a:prstGeom>
                <a:blipFill>
                  <a:blip r:embed="rId7"/>
                  <a:stretch>
                    <a:fillRect t="-26852" b="-52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사각형: 둥근 모서리 11">
                  <a:extLst>
                    <a:ext uri="{FF2B5EF4-FFF2-40B4-BE49-F238E27FC236}">
                      <a16:creationId xmlns:a16="http://schemas.microsoft.com/office/drawing/2014/main" id="{887224BC-82BC-4492-88CD-6535F6C58062}"/>
                    </a:ext>
                  </a:extLst>
                </p:cNvPr>
                <p:cNvSpPr/>
                <p:nvPr/>
              </p:nvSpPr>
              <p:spPr>
                <a:xfrm>
                  <a:off x="3368233" y="5889566"/>
                  <a:ext cx="8811526" cy="649896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44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44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ko-KR" sz="4400" i="1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ko-KR" sz="4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12" name="사각형: 둥근 모서리 11">
                  <a:extLst>
                    <a:ext uri="{FF2B5EF4-FFF2-40B4-BE49-F238E27FC236}">
                      <a16:creationId xmlns:a16="http://schemas.microsoft.com/office/drawing/2014/main" id="{887224BC-82BC-4492-88CD-6535F6C58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233" y="5889566"/>
                  <a:ext cx="8811526" cy="649896"/>
                </a:xfrm>
                <a:prstGeom prst="roundRect">
                  <a:avLst/>
                </a:prstGeom>
                <a:blipFill>
                  <a:blip r:embed="rId8"/>
                  <a:stretch>
                    <a:fillRect b="-9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5F33B4-8318-4944-BE7B-4E12DB126AB2}"/>
              </a:ext>
            </a:extLst>
          </p:cNvPr>
          <p:cNvGrpSpPr/>
          <p:nvPr/>
        </p:nvGrpSpPr>
        <p:grpSpPr>
          <a:xfrm>
            <a:off x="-45720" y="5448847"/>
            <a:ext cx="12237721" cy="660703"/>
            <a:chOff x="-57962" y="6536867"/>
            <a:chExt cx="12237721" cy="6607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DD22109C-9773-4FA7-9135-B691D66F3C94}"/>
                    </a:ext>
                  </a:extLst>
                </p:cNvPr>
                <p:cNvSpPr/>
                <p:nvPr/>
              </p:nvSpPr>
              <p:spPr>
                <a:xfrm>
                  <a:off x="-57962" y="6536867"/>
                  <a:ext cx="3718560" cy="64989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4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44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4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44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6" name="사각형: 둥근 모서리 5">
                  <a:extLst>
                    <a:ext uri="{FF2B5EF4-FFF2-40B4-BE49-F238E27FC236}">
                      <a16:creationId xmlns:a16="http://schemas.microsoft.com/office/drawing/2014/main" id="{DD22109C-9773-4FA7-9135-B691D66F3C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7962" y="6536867"/>
                  <a:ext cx="3718560" cy="649896"/>
                </a:xfrm>
                <a:prstGeom prst="roundRect">
                  <a:avLst/>
                </a:prstGeom>
                <a:blipFill>
                  <a:blip r:embed="rId9"/>
                  <a:stretch>
                    <a:fillRect b="-185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B1EFCB34-15BE-4544-9CD3-1447427AA9B1}"/>
                    </a:ext>
                  </a:extLst>
                </p:cNvPr>
                <p:cNvSpPr/>
                <p:nvPr/>
              </p:nvSpPr>
              <p:spPr>
                <a:xfrm>
                  <a:off x="3218638" y="6547674"/>
                  <a:ext cx="8961121" cy="64989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4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4000" i="1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ko-KR" altLang="en-US" sz="4000" i="1" dirty="0" smtClean="0">
                                <a:latin typeface="Cambria Math" panose="02040503050406030204" pitchFamily="18" charset="0"/>
                              </a:rPr>
                              <m:t>ㅎ</m:t>
                            </m:r>
                          </m:sup>
                        </m:sSup>
                      </m:oMath>
                    </m:oMathPara>
                  </a14:m>
                  <a:endParaRPr lang="ko-KR" altLang="en-US" sz="4400" dirty="0"/>
                </a:p>
              </p:txBody>
            </p:sp>
          </mc:Choice>
          <mc:Fallback xmlns="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B1EFCB34-15BE-4544-9CD3-1447427AA9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8638" y="6547674"/>
                  <a:ext cx="8961121" cy="649896"/>
                </a:xfrm>
                <a:prstGeom prst="roundRect">
                  <a:avLst/>
                </a:prstGeom>
                <a:blipFill>
                  <a:blip r:embed="rId10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A921AB5-CA4B-4EB5-B007-966085500E44}"/>
              </a:ext>
            </a:extLst>
          </p:cNvPr>
          <p:cNvGrpSpPr/>
          <p:nvPr/>
        </p:nvGrpSpPr>
        <p:grpSpPr>
          <a:xfrm>
            <a:off x="467266" y="4143011"/>
            <a:ext cx="4174182" cy="649896"/>
            <a:chOff x="467266" y="4143011"/>
            <a:chExt cx="4174182" cy="649896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0F8BB9C-A193-4045-892E-BCD53F4A9458}"/>
                </a:ext>
              </a:extLst>
            </p:cNvPr>
            <p:cNvSpPr/>
            <p:nvPr/>
          </p:nvSpPr>
          <p:spPr>
            <a:xfrm>
              <a:off x="2419775" y="4143011"/>
              <a:ext cx="2221673" cy="64989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600" dirty="0" err="1"/>
                <a:t>우함수</a:t>
              </a:r>
              <a:endParaRPr lang="ko-KR" altLang="en-US" sz="36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DAE977E-985F-41AB-AFB5-6207B901F76F}"/>
                </a:ext>
              </a:extLst>
            </p:cNvPr>
            <p:cNvSpPr/>
            <p:nvPr/>
          </p:nvSpPr>
          <p:spPr>
            <a:xfrm>
              <a:off x="467266" y="4143011"/>
              <a:ext cx="2221673" cy="64989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600" dirty="0" err="1"/>
                <a:t>수함우</a:t>
              </a:r>
              <a:endParaRPr lang="ko-KR" altLang="en-US" sz="36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09B35DC-C83B-40AF-8FDE-EB2608D7A274}"/>
              </a:ext>
            </a:extLst>
          </p:cNvPr>
          <p:cNvGrpSpPr/>
          <p:nvPr/>
        </p:nvGrpSpPr>
        <p:grpSpPr>
          <a:xfrm>
            <a:off x="467266" y="6139009"/>
            <a:ext cx="4174182" cy="649896"/>
            <a:chOff x="467266" y="6057986"/>
            <a:chExt cx="4174182" cy="649896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96252EB-E3FE-4DA6-9A68-7F2776AD2F66}"/>
                </a:ext>
              </a:extLst>
            </p:cNvPr>
            <p:cNvSpPr/>
            <p:nvPr/>
          </p:nvSpPr>
          <p:spPr>
            <a:xfrm>
              <a:off x="2419775" y="6057986"/>
              <a:ext cx="2221673" cy="6498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600" dirty="0"/>
                <a:t>기함수</a:t>
              </a: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D14DC26-6C06-4CAC-8C65-82F2CBE0F5AF}"/>
                </a:ext>
              </a:extLst>
            </p:cNvPr>
            <p:cNvSpPr/>
            <p:nvPr/>
          </p:nvSpPr>
          <p:spPr>
            <a:xfrm rot="10800000">
              <a:off x="467266" y="6057986"/>
              <a:ext cx="2221673" cy="6498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600" dirty="0"/>
                <a:t>기함수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15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E3E73-4FC0-4E55-839E-5612A45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  치환적분</a:t>
            </a:r>
            <a:r>
              <a:rPr lang="en-US" altLang="ko-KR" dirty="0"/>
              <a:t>+</a:t>
            </a:r>
            <a:r>
              <a:rPr lang="ko-KR" altLang="en-US" dirty="0"/>
              <a:t>적분 대칭성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3B278F5-13B3-40DC-8B04-65097097946F}"/>
              </a:ext>
            </a:extLst>
          </p:cNvPr>
          <p:cNvGrpSpPr/>
          <p:nvPr/>
        </p:nvGrpSpPr>
        <p:grpSpPr>
          <a:xfrm>
            <a:off x="735556" y="1173479"/>
            <a:ext cx="10374933" cy="5346226"/>
            <a:chOff x="644117" y="1493519"/>
            <a:chExt cx="9227364" cy="4754881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8D0B419-AFCF-4A67-A761-D38394DD9FB0}"/>
                </a:ext>
              </a:extLst>
            </p:cNvPr>
            <p:cNvGrpSpPr/>
            <p:nvPr/>
          </p:nvGrpSpPr>
          <p:grpSpPr>
            <a:xfrm>
              <a:off x="644118" y="1493519"/>
              <a:ext cx="9227363" cy="2648745"/>
              <a:chOff x="636195" y="4343399"/>
              <a:chExt cx="9227363" cy="264874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16A9501A-1A54-42C8-AEF0-F4C5F3966A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4843"/>
              <a:stretch/>
            </p:blipFill>
            <p:spPr>
              <a:xfrm>
                <a:off x="636195" y="4343399"/>
                <a:ext cx="9227363" cy="2648745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42BC284-5552-4BB0-B06D-444FE8ECA456}"/>
                  </a:ext>
                </a:extLst>
              </p:cNvPr>
              <p:cNvSpPr/>
              <p:nvPr/>
            </p:nvSpPr>
            <p:spPr>
              <a:xfrm>
                <a:off x="636195" y="4384900"/>
                <a:ext cx="548640" cy="57912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dirty="0"/>
                  <a:t>1</a:t>
                </a:r>
                <a:endParaRPr lang="ko-KR" altLang="en-US" sz="4400" dirty="0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D4D61F8-C1E8-46A2-8B7F-F97D303A5750}"/>
                </a:ext>
              </a:extLst>
            </p:cNvPr>
            <p:cNvGrpSpPr/>
            <p:nvPr/>
          </p:nvGrpSpPr>
          <p:grpSpPr>
            <a:xfrm>
              <a:off x="644117" y="3793555"/>
              <a:ext cx="9227363" cy="2454845"/>
              <a:chOff x="483795" y="974155"/>
              <a:chExt cx="9227363" cy="2454845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24D69AEB-0612-42E4-BAFF-37D5D56BEA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8149"/>
              <a:stretch/>
            </p:blipFill>
            <p:spPr>
              <a:xfrm>
                <a:off x="483795" y="974155"/>
                <a:ext cx="9227363" cy="2454845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2C9CCBD-9871-40F4-B64B-83BA599E9010}"/>
                  </a:ext>
                </a:extLst>
              </p:cNvPr>
              <p:cNvSpPr/>
              <p:nvPr/>
            </p:nvSpPr>
            <p:spPr>
              <a:xfrm>
                <a:off x="483795" y="1221897"/>
                <a:ext cx="548640" cy="57912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dirty="0"/>
                  <a:t>2</a:t>
                </a:r>
                <a:endParaRPr lang="ko-KR" altLang="en-US" sz="4400" dirty="0"/>
              </a:p>
            </p:txBody>
          </p:sp>
        </p:grp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B5A1C79-B61A-4995-A0BA-CEE9FC6627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23" t="21085"/>
          <a:stretch/>
        </p:blipFill>
        <p:spPr>
          <a:xfrm>
            <a:off x="4114800" y="4038114"/>
            <a:ext cx="8930640" cy="308018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404793E-9C42-490A-99E2-F70990824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715396"/>
            <a:ext cx="9637993" cy="30801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/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F60AA2-8BC3-47BE-812F-5C21A77CA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137" y="210298"/>
                <a:ext cx="3373808" cy="7206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CE8FB-4E12-445E-9D45-071EDD45CF0E}"/>
              </a:ext>
            </a:extLst>
          </p:cNvPr>
          <p:cNvGrpSpPr/>
          <p:nvPr/>
        </p:nvGrpSpPr>
        <p:grpSpPr>
          <a:xfrm>
            <a:off x="8959275" y="64808"/>
            <a:ext cx="1025234" cy="720647"/>
            <a:chOff x="4064849" y="251066"/>
            <a:chExt cx="2195426" cy="134400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67515B0-0B8D-4213-A188-72B92ABD8A1C}"/>
                </a:ext>
              </a:extLst>
            </p:cNvPr>
            <p:cNvSpPr/>
            <p:nvPr/>
          </p:nvSpPr>
          <p:spPr>
            <a:xfrm>
              <a:off x="4074289" y="891251"/>
              <a:ext cx="2185986" cy="70382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1D095F-F356-41B9-8FF8-D77EB50BDF4C}"/>
                </a:ext>
              </a:extLst>
            </p:cNvPr>
            <p:cNvSpPr/>
            <p:nvPr/>
          </p:nvSpPr>
          <p:spPr>
            <a:xfrm>
              <a:off x="4064849" y="251066"/>
              <a:ext cx="2185986" cy="592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r>
                <a:rPr lang="en-US" altLang="ko-KR" b="1" dirty="0"/>
                <a:t>t</a:t>
              </a:r>
              <a:r>
                <a:rPr lang="en-US" altLang="ko-KR" dirty="0"/>
                <a:t> </a:t>
              </a:r>
              <a:r>
                <a:rPr lang="ko-KR" altLang="en-US" dirty="0"/>
                <a:t>치환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58D94E-CEB0-4D0B-A36D-8A4D56C95B04}"/>
              </a:ext>
            </a:extLst>
          </p:cNvPr>
          <p:cNvSpPr/>
          <p:nvPr/>
        </p:nvSpPr>
        <p:spPr>
          <a:xfrm>
            <a:off x="4538466" y="-425791"/>
            <a:ext cx="4931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https://www.geogebra.org/calculator/rbwfqsjt</a:t>
            </a:r>
          </a:p>
        </p:txBody>
      </p:sp>
    </p:spTree>
    <p:extLst>
      <p:ext uri="{BB962C8B-B14F-4D97-AF65-F5344CB8AC3E}">
        <p14:creationId xmlns:p14="http://schemas.microsoft.com/office/powerpoint/2010/main" val="59189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560</Words>
  <Application>Microsoft Office PowerPoint</Application>
  <PresentationFormat>와이드스크린</PresentationFormat>
  <Paragraphs>111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휴먼명조</vt:lpstr>
      <vt:lpstr>Arial</vt:lpstr>
      <vt:lpstr>Cambria Math</vt:lpstr>
      <vt:lpstr>Office 테마</vt:lpstr>
      <vt:lpstr>치환적분+적분 대칭성</vt:lpstr>
      <vt:lpstr>치환적분+적분 대칭성</vt:lpstr>
      <vt:lpstr>치환적분+적분 대칭성</vt:lpstr>
      <vt:lpstr>  치환적분+적분 대칭성</vt:lpstr>
      <vt:lpstr>  치환적분+대칭성</vt:lpstr>
      <vt:lpstr>  치환적분+적분 대칭성</vt:lpstr>
      <vt:lpstr>  치환적분+적분 대칭성</vt:lpstr>
      <vt:lpstr>  치환적분+적분 대칭성</vt:lpstr>
      <vt:lpstr>PowerPoint 프레젠테이션</vt:lpstr>
      <vt:lpstr>PowerPoint 프레젠테이션</vt:lpstr>
      <vt:lpstr>PowerPoint 프레젠테이션</vt:lpstr>
      <vt:lpstr>  치환적분+적분 대칭성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치환적분+적분 대칭성</dc:title>
  <dc:creator>상훈 하</dc:creator>
  <cp:lastModifiedBy>상훈 하</cp:lastModifiedBy>
  <cp:revision>5</cp:revision>
  <dcterms:created xsi:type="dcterms:W3CDTF">2026-06-15T01:22:29Z</dcterms:created>
  <dcterms:modified xsi:type="dcterms:W3CDTF">2026-06-17T05:50:28Z</dcterms:modified>
</cp:coreProperties>
</file>